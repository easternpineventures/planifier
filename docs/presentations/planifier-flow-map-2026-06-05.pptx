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17ff2fa174838" /><Relationship Type="http://schemas.openxmlformats.org/officeDocument/2006/relationships/extended-properties" Target="/docProps/app.xml" Id="R88973ced60e448be" /><Relationship Type="http://schemas.openxmlformats.org/officeDocument/2006/relationships/officeDocument" Target="/ppt/presentation.xml" Id="R565f21b85ada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2cb6ab01044ac"/>
  </p:sldMasterIdLst>
  <p:notesMasterIdLst>
    <p:notesMasterId xmlns:r="http://schemas.openxmlformats.org/officeDocument/2006/relationships" r:id="R892bf6062e9d45b3"/>
  </p:notesMasterIdLst>
  <p:sldIdLst>
    <p:sldId xmlns:r="http://schemas.openxmlformats.org/officeDocument/2006/relationships" id="256" r:id="R1b44447a2d444a30"/>
    <p:sldId xmlns:r="http://schemas.openxmlformats.org/officeDocument/2006/relationships" id="257" r:id="R6d3408c0448a4f8a"/>
    <p:sldId xmlns:r="http://schemas.openxmlformats.org/officeDocument/2006/relationships" id="258" r:id="Ra678c90e47e44538"/>
    <p:sldId xmlns:r="http://schemas.openxmlformats.org/officeDocument/2006/relationships" id="259" r:id="R96a13ebfbe5942c0"/>
    <p:sldId xmlns:r="http://schemas.openxmlformats.org/officeDocument/2006/relationships" id="260" r:id="R40da241c04c7404e"/>
    <p:sldId xmlns:r="http://schemas.openxmlformats.org/officeDocument/2006/relationships" id="261" r:id="R28344f68ada44723"/>
    <p:sldId xmlns:r="http://schemas.openxmlformats.org/officeDocument/2006/relationships" id="262" r:id="R4272a5888b05496e"/>
    <p:sldId xmlns:r="http://schemas.openxmlformats.org/officeDocument/2006/relationships" id="263" r:id="Re4be166718b04d30"/>
    <p:sldId xmlns:r="http://schemas.openxmlformats.org/officeDocument/2006/relationships" id="264" r:id="R29ec351f91c4490a"/>
    <p:sldId xmlns:r="http://schemas.openxmlformats.org/officeDocument/2006/relationships" id="265" r:id="R23d842bf2af649ab"/>
    <p:sldId xmlns:r="http://schemas.openxmlformats.org/officeDocument/2006/relationships" id="266" r:id="R9552393f5b554a70"/>
    <p:sldId xmlns:r="http://schemas.openxmlformats.org/officeDocument/2006/relationships" id="267" r:id="R3d784af03bdc4e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2cb6ab01044ac" /><Relationship Type="http://schemas.openxmlformats.org/officeDocument/2006/relationships/theme" Target="/ppt/theme/theme1.xml" Id="R426c84caa4cc4ba8" /><Relationship Type="http://schemas.openxmlformats.org/officeDocument/2006/relationships/notesMaster" Target="/ppt/notesMasters/notesMaster1.xml" Id="R892bf6062e9d45b3" /><Relationship Type="http://schemas.openxmlformats.org/officeDocument/2006/relationships/presProps" Target="/ppt/presProps.xml" Id="R011a651d62cc47b5" /><Relationship Type="http://schemas.openxmlformats.org/officeDocument/2006/relationships/viewProps" Target="/ppt/viewProps.xml" Id="R6e2dbce72c144e8c" /><Relationship Type="http://schemas.openxmlformats.org/officeDocument/2006/relationships/tableStyles" Target="/ppt/tableStyles.xml" Id="Raac8a79fb9744ad5" /><Relationship Type="http://schemas.openxmlformats.org/officeDocument/2006/relationships/slide" Target="/ppt/slides/slide1.xml" Id="R1b44447a2d444a30" /><Relationship Type="http://schemas.openxmlformats.org/officeDocument/2006/relationships/slide" Target="/ppt/slides/slide2.xml" Id="R6d3408c0448a4f8a" /><Relationship Type="http://schemas.openxmlformats.org/officeDocument/2006/relationships/slide" Target="/ppt/slides/slide3.xml" Id="Ra678c90e47e44538" /><Relationship Type="http://schemas.openxmlformats.org/officeDocument/2006/relationships/slide" Target="/ppt/slides/slide4.xml" Id="R96a13ebfbe5942c0" /><Relationship Type="http://schemas.openxmlformats.org/officeDocument/2006/relationships/slide" Target="/ppt/slides/slide5.xml" Id="R40da241c04c7404e" /><Relationship Type="http://schemas.openxmlformats.org/officeDocument/2006/relationships/slide" Target="/ppt/slides/slide6.xml" Id="R28344f68ada44723" /><Relationship Type="http://schemas.openxmlformats.org/officeDocument/2006/relationships/slide" Target="/ppt/slides/slide7.xml" Id="R4272a5888b05496e" /><Relationship Type="http://schemas.openxmlformats.org/officeDocument/2006/relationships/slide" Target="/ppt/slides/slide8.xml" Id="Re4be166718b04d30" /><Relationship Type="http://schemas.openxmlformats.org/officeDocument/2006/relationships/slide" Target="/ppt/slides/slide9.xml" Id="R29ec351f91c4490a" /><Relationship Type="http://schemas.openxmlformats.org/officeDocument/2006/relationships/slide" Target="/ppt/slides/slide10.xml" Id="R23d842bf2af649ab" /><Relationship Type="http://schemas.openxmlformats.org/officeDocument/2006/relationships/slide" Target="/ppt/slides/slide11.xml" Id="R9552393f5b554a70" /><Relationship Type="http://schemas.openxmlformats.org/officeDocument/2006/relationships/slide" Target="/ppt/slides/slide12.xml" Id="R3d784af03bdc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65c3a70a10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f290b4501647ff" /><Relationship Type="http://schemas.openxmlformats.org/officeDocument/2006/relationships/notesMaster" Target="/ppt/notesMasters/notesMaster1.xml" Id="R408c1efb221444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4941a070a49f8" /><Relationship Type="http://schemas.openxmlformats.org/officeDocument/2006/relationships/notesMaster" Target="/ppt/notesMasters/notesMaster1.xml" Id="R450df4419ef8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97c43330d4cb4" /><Relationship Type="http://schemas.openxmlformats.org/officeDocument/2006/relationships/notesMaster" Target="/ppt/notesMasters/notesMaster1.xml" Id="R7ad72df77a05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d33dbf1a14ef2" /><Relationship Type="http://schemas.openxmlformats.org/officeDocument/2006/relationships/notesMaster" Target="/ppt/notesMasters/notesMaster1.xml" Id="R26808c008f8d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64cf1c50a4d5d" /><Relationship Type="http://schemas.openxmlformats.org/officeDocument/2006/relationships/notesMaster" Target="/ppt/notesMasters/notesMaster1.xml" Id="Re6b14ccde26d4a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ac9b6e144411d" /><Relationship Type="http://schemas.openxmlformats.org/officeDocument/2006/relationships/notesMaster" Target="/ppt/notesMasters/notesMaster1.xml" Id="Rac04cae7e8f445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e594fc75a4191" /><Relationship Type="http://schemas.openxmlformats.org/officeDocument/2006/relationships/notesMaster" Target="/ppt/notesMasters/notesMaster1.xml" Id="Rd5152e5ccd9d4a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ac9ded5964d24" /><Relationship Type="http://schemas.openxmlformats.org/officeDocument/2006/relationships/notesMaster" Target="/ppt/notesMasters/notesMaster1.xml" Id="R218e33ce87df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96b2023e0c4c68" /><Relationship Type="http://schemas.openxmlformats.org/officeDocument/2006/relationships/notesMaster" Target="/ppt/notesMasters/notesMaster1.xml" Id="R98953871f7fb4c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45a31aca9d4312" /><Relationship Type="http://schemas.openxmlformats.org/officeDocument/2006/relationships/notesMaster" Target="/ppt/notesMasters/notesMaster1.xml" Id="R9c88d83ba4ed41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1d8b2c2cac490b" /><Relationship Type="http://schemas.openxmlformats.org/officeDocument/2006/relationships/notesMaster" Target="/ppt/notesMasters/notesMaster1.xml" Id="R1706986df30f4e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113c96d824326" /><Relationship Type="http://schemas.openxmlformats.org/officeDocument/2006/relationships/notesMaster" Target="/ppt/notesMasters/notesMaster1.xml" Id="R2e50ed173fa8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59a37cf8f4d2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662a6773dc4a99" /><Relationship Type="http://schemas.openxmlformats.org/officeDocument/2006/relationships/slideLayout" Target="/ppt/slideLayouts/slideLayout2.xml" Id="Rf7765b19772c45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765b19772c45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d06a4fb4994a3a" /><Relationship Type="http://schemas.openxmlformats.org/officeDocument/2006/relationships/notesSlide" Target="/ppt/notesSlides/notesSlide1.xml" Id="R7a047c17b79e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7ce7266724af5" /><Relationship Type="http://schemas.openxmlformats.org/officeDocument/2006/relationships/notesSlide" Target="/ppt/notesSlides/notesSlide2.xml" Id="Rc423c0b7e31a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86d2af4cb46ae" /><Relationship Type="http://schemas.openxmlformats.org/officeDocument/2006/relationships/notesSlide" Target="/ppt/notesSlides/notesSlide3.xml" Id="Rd154164e80c4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a6bdd81074b33" /><Relationship Type="http://schemas.openxmlformats.org/officeDocument/2006/relationships/notesSlide" Target="/ppt/notesSlides/notesSlide4.xml" Id="R44ec35c93cf6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5e5a37eac428a" /><Relationship Type="http://schemas.openxmlformats.org/officeDocument/2006/relationships/notesSlide" Target="/ppt/notesSlides/notesSlide5.xml" Id="R74a8fb7d5019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51562e20843ec" /><Relationship Type="http://schemas.openxmlformats.org/officeDocument/2006/relationships/notesSlide" Target="/ppt/notesSlides/notesSlide6.xml" Id="R72370ee88ca744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39d71e36cd44fc" /><Relationship Type="http://schemas.openxmlformats.org/officeDocument/2006/relationships/notesSlide" Target="/ppt/notesSlides/notesSlide7.xml" Id="R38c9e19b6cb5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4ce2a4bce4ee3" /><Relationship Type="http://schemas.openxmlformats.org/officeDocument/2006/relationships/notesSlide" Target="/ppt/notesSlides/notesSlide8.xml" Id="R1d1cceeb4e3f45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2964de45c45b9" /><Relationship Type="http://schemas.openxmlformats.org/officeDocument/2006/relationships/notesSlide" Target="/ppt/notesSlides/notesSlide9.xml" Id="R32190d02b9914c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eb69f786ca4a42" /><Relationship Type="http://schemas.openxmlformats.org/officeDocument/2006/relationships/notesSlide" Target="/ppt/notesSlides/notesSlide10.xml" Id="R9b10d607cecb4c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ce36b141c4929" /><Relationship Type="http://schemas.openxmlformats.org/officeDocument/2006/relationships/notesSlide" Target="/ppt/notesSlides/notesSlide11.xml" Id="R32416ed32d014a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c7c4e392441a1" /><Relationship Type="http://schemas.openxmlformats.org/officeDocument/2006/relationships/notesSlide" Target="/ppt/notesSlides/notesSlide12.xml" Id="Rb791b62a5fd944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87E3EB-8EAC-479D-A790-F11BB65E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A376E-B60D-4372-8EEA-C58EAB7E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4BD9-14D7-45AD-94FD-916112B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EA989-7A84-49D1-9D31-7719881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EDE2F-A7B9-4E3B-A089-ABE4924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5FA72-DABF-4C2A-BBA8-72012C3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E918A-BEA4-4012-ADBE-9A8C5FC1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E2E3C-1393-46D8-8D16-E88D9160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4052F-9663-4E82-A717-94BFDCF4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F3422-AAD7-4A34-8CEB-EE42509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3E3C1-A781-4750-93A3-F007EA69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5A73E-B751-46B8-8199-F797E29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AD9AC-30F7-43A6-BF6C-763A3DED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4BE57-E964-499C-9D03-872B70A9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F8CC1-9C38-41B0-AF07-49535EF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6987B-A04C-4432-A1E1-70645270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DA960-264A-464A-941F-785A94DF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7C2B23C-868B-4E45-8BB0-ECEBD3D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61F97F7-58BD-44A1-9074-E4BE2AB2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FLOW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4FAC6-6720-4413-AA30-3EA744E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Planifier Flow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490EF-67CD-4A19-949D-8C2C501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How the product moves a beginner from a messy chart thought to a saved practice plan, journal evidence, and a repeatable learning loop.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1142E-8CDD-4BD4-BD5F-53D9F113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>
              <a:alpha val="95000"/>
            </a:srgbClr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04183-EAAB-4320-8F4D-B22F1052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CHART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59995-D1C9-4CCF-B856-942C1215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>
              <a:alpha val="95000"/>
            </a:srgbClr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B54D1-B8FD-49A5-ABF3-A569CCA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PAPER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4057C-5ABF-45BE-9DE6-81CB3D66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>
              <a:alpha val="95000"/>
            </a:srgbClr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B68A5-4489-4A60-AA6B-EC3519E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JOURNAL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E1635-E913-4D76-9EF7-4AEC00FC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0C"/>
          </a:solidFill>
          <a:ln xmlns:a="http://schemas.openxmlformats.org/drawingml/2006/main" w="19050">
            <a:solidFill>
              <a:srgbClr val="174D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70FD6-FED3-4CAD-A743-DC0A58FF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28575">
            <a:solidFill>
              <a:srgbClr val="C46A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E6D51-88AD-424C-B8D8-E83A21B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002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chart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F39AC2-CADB-4E48-B659-297462DE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levels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ADE72-69C1-46D1-8152-B4EDEC5E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5FF9A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408D1-1A61-4E2F-A6CB-CEC3DEB2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80D45-C50E-4E40-9B3F-6560058F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609BD-6A72-45BA-B2B9-DA7121D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flow slides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EF039-11D0-468F-9EEF-83338617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291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ED324-2ED1-40BC-AE3E-6F1850C2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C2C70F-6322-43F9-B7FA-97A44ECB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core routes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3C4374-D8D6-447F-BD0B-6294EFA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B15FE3-9118-4D87-AA71-EEFD257F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C2BCC4-1236-4D00-99E1-32F03C2F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execution authority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A0D302-9193-4F26-8615-3F0A3E8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This deck is a product operating map, not a pitch deck: it shows what exists, what each step is for, and what should come next.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50299E-D50B-4C7A-86E5-C3D2319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5E61B-8AE8-4A86-A110-A11D6562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30662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00D99-F781-4552-AF9E-E71CE109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8B7B5-8281-46FB-9675-60713052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BC0C2-A228-4E5E-9953-A00CF15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E22BC-8060-46C4-8410-7FFFE03A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8B9ED-F9E8-4F74-B1E0-7F774EE5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C6B8B-2D94-4040-BD16-F5C68C8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BBAD8-724D-4CF7-95D0-4D292B28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DCABF-93A9-4A9B-8AE3-C2BC38C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0B7ED-378F-464D-8451-848C4D65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F5021-33CF-43D4-8D68-EF453D5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41E1A-A9D9-4B7D-A72F-CDDCEB3F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9D750-72CF-4514-B9AB-0C377315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D8B6E-11CD-4D1C-9B01-A7682F91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CA463-50F4-484C-92C8-2CE9878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DD473-C0DC-40B9-B055-01413BC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7B232-A981-4FB5-ADE7-F16BAB4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CA38E-8703-4CA6-83B4-3C33E83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449AD0C-A51E-4E74-A2B2-3385F46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98C554A-464E-417C-9E04-69D4C2FD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CORE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A567C-72FC-4FFC-801E-806D4CE8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product loop is chart -&gt; levels -&gt; plan -&gt; journal -&gt;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4A380-59F2-4794-9D97-11697435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Every major screen should either clarify the chart, preserve the plan, or help the user learn from the outcome.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2D93D-43E4-4D5B-9066-4ACDA4A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8AECF-50A0-4A9B-BCBF-6CCCC05A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Open chart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1C0F5-DDEF-43DB-B6B1-EE65430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Pair + timeframe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84773-3B0E-476F-9073-D6A872F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5E2E3-E0C4-47EC-9673-DA01ED7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95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702EB-DB37-47DF-B455-B0D6E244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5FC6B-2B6C-4B9E-9CD7-5E34FE76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DD49C-986E-4929-975D-7644AB95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Read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9289E-CD97-4466-85A2-1A9114C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Trend, level, candle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F6E2F-C916-4682-95D4-F451763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2DED1-C752-4A8F-A54C-C0560A8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699FC-EE04-495B-8B66-AC14733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CD121-D609-44D0-A8FF-485C341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1CFBB-8F08-4450-B6AD-FBF5F4C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Place levels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83E38-F3D6-4FB9-A06C-B3A6DE6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Entry, stop, target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5E911-6E4F-47B4-A2BE-93DE3E4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2B7076-105B-4D15-9A4B-1417DBF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2F5D2E-8E33-4A61-B42C-351E11D2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1EA45-E905-4B10-8A8B-9E5142B7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74C176-6EA1-4633-B126-974BD057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 plan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51467C-E538-475A-8C63-484A628E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Cloud-backed record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AA8ADA-FB78-47CF-90D0-AF2BB28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CF9AEC-1B32-4D49-8794-2E867D5F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95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69979C-DFFC-4272-B1F2-D69DE18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851137-7B07-4766-BF2F-3425743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200174-66DE-42FF-993E-32F301A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 result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158FD4-62F8-4D14-977B-BB9F1B1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Rules vs outcome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ED15C-A92B-4569-8EFA-764BF7F4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393697-CC4C-4E61-9DE5-BBB937E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DF05DC-3427-45C9-AD5A-AD65265B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F79C5F-8A23-49F3-996A-366681C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89CAD1-5118-4ED0-9956-942A88B8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Review pattern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503F5D-AD12-41E3-B5D5-8482A5D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766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the user actually does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F84B8F-4404-4745-8E0E-DABC38A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4BB912-ED81-4200-A630-882CB96A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Design rule: chat is support, not the first workspace. The chart carries the product experience.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0E57A7-9B34-4D5F-AD4D-2032513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loop only works if saved plans can be reopened, compared, journaled, and filtered later. That is the paid-user path.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BD02ED-5F8A-4683-ADDE-0F353A6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BDBED3-375B-4805-92CB-5F3FF54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1628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96305-9F2B-4907-8E6E-C72B729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255B7-8DF0-4101-9A84-B578DD9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AAF69-4E90-4ED5-BF5D-9E54F62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4756-E387-4DFE-A805-15219D6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4EF2F-0E83-4504-86CE-0C397241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FCB39-C020-404B-993E-4969E6A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04819-40D9-4A41-8EF2-2196BF7D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05E2-CDD8-4112-B58F-D96B6F3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857D3-5778-4E69-B4D8-BE63C0A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E7932-B38D-48A0-9A3A-1335F5F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F433B-04AA-4318-95A3-7901AEB0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AE437-C2FB-41B7-B7F7-730EE63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91185-9AD1-4568-A9C6-D7A185C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2C9A7-8741-47A5-ABC8-7D4A38C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056D3-B910-4494-9956-E45637B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C4C18-1236-4097-8E39-CEEC94C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C917B-B1A4-49D1-944D-3F858EE7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60374BA-B548-402C-BB7D-E254A6F1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05D58667-1922-4451-9606-4470962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ROUTE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98ADD-0964-4C6C-A598-7799A6C2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app already has the main surfaces needed for a beginner workflow.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A9F3C-7C46-4207-AFB2-4926EC43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routes are not separate features; each route owns one stage in the learning loop.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B39A3-B154-4FA4-9EA5-5451A29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4BAEC-93D2-404B-996F-E08C7FC2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Start desk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5211B-81E1-4F8E-9587-CE008390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Choose build, chart, or saved plans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90DDC-4D9A-48E6-AEE6-4C206B1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C90E4-A291-4D4E-BD15-53A5E30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/plan/new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A55FB-B774-4FEB-B90D-8CD6AF5B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Guided builder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0BCED-ED8B-441B-BEAE-4C29E02B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Beginner command strip plus plan generation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B4DC0-6A03-4CF0-9113-5A9BA1FF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192DE-A814-4DD1-8CDD-43DABB14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/chart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D184C-0D51-48EB-BBEB-7CB2BA2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9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Learning chart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BF175-5786-497C-9EB2-629667E1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Live candles, levels, structure reads, history examples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BDCE0-1BC1-49E0-B560-8EC2D80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4611B-EDA4-4C91-9709-3757321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/plans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AA77A-35C2-4B45-8A14-C4285EB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Review library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5E1FA4-FCB8-459E-830F-4B95E61A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Saved plans by owner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1814EA-7F5A-436F-A798-CCDC78E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5B7A99-65BD-409F-B6F9-5C9FA23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/plans/[id]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C07D74-7E12-424A-826E-E462465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29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 detail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7F8A2-8E23-4231-8F82-25CBB19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Levels, checklist, journal, practice packet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49445-C02E-4D88-B6AF-A922035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3A189-A7AE-4E42-B10D-9EAE9B50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/api/*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F61AE-2112-4EE9-87F2-8839AAFD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38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Backend lane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D9AEF-D129-425D-A678-0A90B96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Market data, plan schema, journal persistence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DC30F5-1ECE-4ECE-B081-DD0DB647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09A7F2-349A-4A70-B2C2-7BC5214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AB2E32-142E-4A7B-B2C6-58BC5496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Flow 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9F1818-D60E-4783-8FFD-10CB45D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200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If a screen does not move the user through this route chain, it is probably clutter.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77EB5B-F7FA-467A-B542-8D323C0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47F765-BCC2-4ADF-B8BA-5D22CFE7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2033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1EBBB-3159-44B2-8C1D-E730C39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9C11-2C7A-40B0-817C-6DA94BE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DD1E-85B4-4515-BF94-3D73559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035BC-21FC-4F2D-AED9-C85ED80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79C9-3327-4FE2-A20F-66DF3ED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C042-4892-412B-AF37-7CD9DF7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0AB3-A73D-4E85-9E1C-476A8633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C1FD7-9961-4A0D-A721-049498C5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9BF1-0E3F-4700-916B-1D5F06C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5D6DF-376E-45A0-AF84-4C32B56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93071-E6CC-4872-AC1C-87E9C21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50D34-E5A3-49B6-A45B-1656238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57196-96D2-49A7-B9A6-5FADC29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45948-55D8-44F7-AF1E-A4E0D80A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05C80-9D45-4FE6-996A-22F8686E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410ED-0DA1-42DC-9BD8-9E176B32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B0D25-654A-40BE-AD44-11DAF39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5E0C272-5052-4C0E-B9CB-6E59790C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99277BA-64CF-4F7C-8142-3ECBE8B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BEGINNER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6A026-5A3E-41D0-955F-3D2C2C8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Beginner mode should teach the order of looking, not just define terms.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211D3-EBAA-4EDD-BF26-08396AF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 new user needs a repeatable sequence: scope the market, read the candle, find structure, then decide whether a plan is even worth saving.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C5970-DED4-4DC7-AB30-D2733F7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0BC14-5223-454C-9055-60A651E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Pick 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FCCAD-DE69-41E1-887C-B8AA34D8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BTC/USD, ETH/USD, SOL/USD, XRP/USD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3BEAC-747D-40CF-BB9C-C500BE87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41013-1E11-4F6A-9CE2-7E44117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146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Pick timeframe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890BC-A54E-47B8-A982-7CFFC6DB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1m through 1d, default 4h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397F1-32C2-43F0-A745-8F97106E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988BA7-270D-4677-A005-E939FDA5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Read candle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550971-EE8C-4450-A02D-86011CBC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Open, high, low, close, body, wicks, volume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ED7C9-324E-40B0-83D7-31FF951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480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E57C29-0B69-439F-9D7A-885AB3D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814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Read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989842-7379-4FCD-980B-26E138A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671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Support, resistance, trend, location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0507B-F6BB-44CF-AACC-1B7DFCA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E7B70-3972-45B5-B4CE-69FD4AE8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Set levels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2EF23A-04B7-41FB-ABC5-BC074BA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Entry, stop, target, R/R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2698CB-EA77-4B0A-AA85-A717FBF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148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72315-54E9-4C7F-B58E-82A9E6D0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48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 or stand aside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0E1210-D151-4378-831B-EA1B6C60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33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 only matters after proof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3BBE4-A8CF-4EB2-A230-5A1A7A9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key UX decision is patience: the app should make “stand aside” feel like a valid completed rep.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071E5B-BECC-4AE2-8D01-3AC46AD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812C1F-BEF2-4D5F-A217-8E16D95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99503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4D4E6-2ED4-4F28-8F2E-6533297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AC8A-B28F-4C49-8047-03C91B1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406A5-5FAC-45E4-AA77-7036403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523D5-FFD1-40EF-9C32-8B7394C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774A5-5275-4227-99B8-89155579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D32B5-D4DE-4F93-AF45-117F71D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C8C1C-DC0B-498F-8A54-94CC650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0F1FF-FCD7-4B52-B4B0-44D1343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B700-8A14-402C-9C62-8B5CA2A6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8BA34-2263-4345-922D-B19BC26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971DB-DC05-499F-99EF-78CE8C0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BC02C-35BC-4D2E-89B6-B85CF504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E0504-87B2-46E5-B810-FCD1DE0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EABAA-0896-4623-874E-8CF03D30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7DAA6-0809-46BA-AFC4-143F447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C5760-1E99-4051-89E5-52B0E9A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78CE5-8D6E-4BB5-9DDC-8AA469B7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3BCBC24-FAF4-4AAC-8323-1C531D7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723D6F31-2E4E-427F-8404-D5D9714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CHART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FA9FA-1263-475D-A384-B00309B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chart workspace is becoming the main workbench.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7B376-7183-4612-B63E-61470E1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It should feel simple enough for a beginner, but chart-native enough that it does not feel like a toy.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0397B-4932-424D-8B25-E09EB4A6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05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D0199-F138-4251-9409-A0C1BB7F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4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DB1D4-2892-4B71-81AD-4BA08938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4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701DA-8C68-4B33-B0CC-0D4BCAF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4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4F604-7864-416B-B162-D0531B7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4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569C8-1929-4CDB-9945-99115C8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4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17F229-09F7-4B69-A459-93A41EF9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1106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497A7-E7AC-469E-81E4-A64BE98E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251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CB996-678E-45C8-9634-DF08A6E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734" y="4287679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875B8E-C569-46C8-9369-0DC67FAB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09" y="4459129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81EE55-D2A3-4F31-B8D1-FCF2A75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43" y="3803809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0EF2B-F0F9-4A72-993B-CB254489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318" y="3975259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E13484-EF3E-44E6-AE78-E2F4CBD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152" y="398526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79753-3469-4C2E-971B-96BD4BAB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527" y="415671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32AA5D-B3E9-45D4-8562-8BB7CB18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61" y="3319939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C7F2D5-6742-4BB8-B04D-5C5D2D60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736" y="3491389"/>
            <a:ext cx="9525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9503B9-5853-4143-8797-467E647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570" y="3561874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425AC-DF31-4BA5-B6FC-B981D4B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945" y="3733324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77044-D09A-4C07-A158-344512A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780" y="4166711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91E790-CBD2-4246-88CA-06DA71A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155" y="4338161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A9508B-011C-48E5-9AFA-D1660DCF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89" y="446913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AC032C-C2DE-473F-BFC6-616896F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364" y="464058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7766FD-FA93-4412-956E-0CD8B79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98" y="3924776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20D588-EE64-414F-8256-DE3147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573" y="4096226"/>
            <a:ext cx="95250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A15BD0-6553-455D-A917-E8E5A3E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407" y="3078004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61B5A3-0FF8-400C-9685-08C10E3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782" y="3249454"/>
            <a:ext cx="95250" cy="186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DA8C0-B2B7-4A27-B0D9-CB343CE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616" y="350139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216C3B-0E09-469C-BDFC-AA801582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991" y="367284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D5BC8F-CD76-432B-BC26-CC15C97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06228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72F3C6-0442-4A4A-B9F6-72073BB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77678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047F6F-241C-440D-B3F7-AAA4C23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034" y="4408646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3CA8BA-5C84-41DD-AFF5-87402B4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09" y="4580096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70FB4C-C932-430D-8751-01F96F0D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243" y="3864293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F61A22-8FFD-4F73-AD18-1B504AE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18" y="4035743"/>
            <a:ext cx="95250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DDC1C7-577B-4E3C-92E6-183CDF7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452" y="3380423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16B7D1-5938-4F7D-AC99-E108891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827" y="3551873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52485D-7641-4607-98A6-E926160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61" y="2896553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34AA40-D5EE-4951-AFBC-E393B4C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036" y="3068003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E9DB1F-DAD8-4E93-874D-004BA826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870" y="325945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A27701-BC0B-4E1D-9185-2493AE43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245" y="343090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7496C8-CCF9-49C8-8110-21ED5C8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080" y="3682841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4AC30E-F668-4868-9D4D-F73AB640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455" y="3854291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279B62-5EB9-46A3-801F-497F3786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289" y="4196953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E6D934-D72B-43E2-B4BD-897B671E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664" y="4368403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13A6B5-B488-405E-9C94-E409054C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498" y="3803809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77F1B2-3E9E-4E8D-A282-86F22798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873" y="3975259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223987-3A61-49C4-99A4-2D3ADB0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707" y="3198971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D7FE4F-CA19-4FED-BB8D-62F7C9E9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082" y="3370421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1798C6-D626-46A3-80A6-CC9F9041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916" y="277558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2D6001-524F-48F0-8CC5-C7558EA9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291" y="294703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67E0F6-4D00-4A66-A886-5A2DF962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ADEA3C-ADA7-4079-BF39-1930373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Top controls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252AB7-155B-4BCC-9958-AAADAE0D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Pair dropdown, timeframe, beginner toggle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AF30ED-22F5-47A1-84CA-DAD6C757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6E2E10-D257-4F42-AA7E-064C132B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Learning panel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03D2CD-9874-4BCC-935B-5F4489B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Candle read plus support/resistance/trend/location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5AF2DC-B431-4699-95DD-438FE9D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76AC05-66B1-4601-8F12-57F2B91A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Historical examples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451BF4-BF42-4C7F-8426-CEBBC9E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3870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Inspect here, mini chart, TradingView link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960E52-1AF7-421F-A9F7-D95B4A5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28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Main rule: the chart stays visually dominant. Chat and helper text should support the read, not compete with it.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1F2327-D74F-4F8A-BB61-B7959CB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94C27B-17EF-4DC9-96F8-FCCBCB83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22576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EFEE3-7756-405C-A595-8D6453F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2CFAC-2BED-49CC-94B4-50BDEE33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D93D-3AFB-4D7A-A5DC-BD325D3A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609D-7847-4163-AA3C-783902B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075D3-392A-46E5-908D-1194B38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32C2B-033E-47AB-89B7-9E3C6A63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7D42B-C546-4274-8C26-0E6C4B1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500EE-5A6D-4863-B12C-81CDCEE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6B0D-80EE-4BE1-B6AD-B63F005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CD306-355F-416E-8982-AC1625B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5CF99-5843-454C-AB27-BC491F08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D5948-8D1B-45E4-BCB7-9101E89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5DB86-FC19-4408-BB7D-E5AFA6AC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46929-4057-462D-B8A8-C167250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C176F-33E4-420C-9670-7C3E5493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7F175-1929-4EC8-A13E-4D2009B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24B08-007C-441A-8400-211C61A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2DB36C6-EEF1-432F-8A44-D3A28188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B6FE0B0-A4DB-4539-BFCC-93B2734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PLAN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D4473-463B-4BF1-BB6D-F2D9A0F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 generation turns context into a structured, reviewable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DF226-181C-41F0-ACEC-3E3E175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useful output is not a prediction. It is a plan schema the app can render, save, and journal against.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3BBD7-CA65-4EF5-9C74-81A34A87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A718E-DEF1-4A70-88BC-14586FF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User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96163-218C-4850-9068-8930940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Ticker, timeframe, chart description, levels, selected candle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43615-10FE-49A3-BD0A-D61AFDA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4827F-0D79-4847-BC95-6D0480D4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656C9-0385-49B3-8834-745CC94A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5A1F5-5257-448A-8041-DA061FA5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Guarded prompt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4034C-5311-4FA0-B580-B9525D8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paper-planning, no signal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F245B-3F82-40EC-AC9A-07D06D53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940ADB-0E88-4D5F-8396-EA9A4AA1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968BA-34DA-4320-8DDA-B37A9C5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0BFA6-C2ED-4799-A319-F01D8A75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 schema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C2FD5-D6CC-47B1-BF51-4F83AF4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2133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Risk notes, invalidation, scenarios, checklist, journal prompt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9C8F5-127E-4D20-8F5C-ADB207A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A907E7-67C9-44D6-9064-69E591A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00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Why this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A51E6C-624D-497B-AE15-BD9249D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A saved plan is a durable object. If the user cannot reopen it and compare behavior against rules, the product is only a chat transcript.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B9C922-C0A5-4BF7-85A7-6016394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49009E-2100-49CD-8064-01FFC3F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02400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E0A6D0-D02F-4DFC-9D2C-9AF60F9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28A6A-723D-4A4A-8722-405BD9A9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61F6B-694B-4C71-9460-BCB807D6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AAC20-FA1C-43F2-BA2A-D93FF45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2A9A2-5CF7-4201-A56F-1F34D97E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1D6C1-B1EC-4261-A90D-82F3A20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DE2EA-728E-4D19-8114-84D7B74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82E9A-01AF-422B-BF9F-87115A2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8E5A8-EDA4-4D4C-8C90-EF69BCCD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DDE9A-C37D-4D7C-8607-7F937E5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906C9-EF31-4759-9362-9391EE8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5558B-3FD0-4C0F-B85D-A4D77069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260DE-803F-4ECB-8872-E0A80F8A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4034C-FC94-4290-99F1-43572AE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AAD28-36EA-4439-B5AF-186AE8E5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9CB52-182C-4E41-B02C-9B67B2E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2685A-8ADD-4E09-9889-190A539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C43996D6-A9DE-4DB7-B0E5-BD05586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4E29CB3-A8AA-4FF6-8F27-DE8E78E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SAVE + JOURNAL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64135-56BA-450A-91AB-2D81C741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saved-plan flow is where Planifier becomes a learning product.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8FDBE-FC51-46E4-8D21-0C662FFB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Paid value starts when plans become a review library, not when another signal appears.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837E9-75C1-4093-96B3-AD208B8E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A2ECF-9B81-4E14-98A7-D7B3ACF9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6088C-E947-4589-A557-4136382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Owner-scoped cloud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2BB25-326B-4282-9AF3-8BC9E2B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A5D79-74D6-488C-98AE-0768F01A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0E37D-11E4-48A5-A672-53FA951D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5DEB2-FD2A-4BB8-B1C6-BC1DA19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Open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E35B4-01FF-401F-BCC3-D2E44D3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67050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Levels, source links, checklist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D112E-CCB7-4F25-A060-576DE41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254161-0E8C-470B-87A9-F8F181A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27B215-59DB-4C90-9A96-FB5594B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A749C-D058-4FD0-A3AF-69CF9B50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CDC865-8291-4D86-9669-86E3D0A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Outcome, checklist, invalidation, notes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0F6D66-FD46-4E6F-BA60-DBDABE4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77EFF2-4F89-4204-BDF7-68037B5C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C2AC05-1130-42F9-B08B-5069E3A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6E816C-492A-4B57-8A67-D484FBA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525F5C-FAB7-4CA6-848D-FF11DF2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Patterns by pair, timeframe, rule-following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10A8ED-C0FD-4D45-9A8F-3AF364E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user pays for memory, structure, and feedback loops. The journal should expose behavior patterns over time.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3FC3F2-B2AC-418B-BD57-DBDD4CC6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7BFFB5-5EA0-4C77-B6EA-56ADF0E5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434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future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FF65C-EF82-4642-A35D-250098F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filters by setup, pair, R/R, outcome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EFBEF-181E-4329-ABC5-1F9ECE3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7113F-9371-4CEE-8179-D32E255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631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85819-655B-44BE-9BED-0B9CDFD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2EEB1-4FDC-4EE6-8EE6-9355AA3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19992-5D21-4981-8983-16AF1F7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EC8F2-B676-41A6-A8E7-9F4A5975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4DFA5-B688-49B0-A837-E5E1541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FE4E1-9D17-4F68-A50A-BBCEBF9B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D7CA-00D1-424A-9BC1-E24105F2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15A2D-927A-48E0-9ABD-841202EA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F36EE-6216-4EC7-9F1D-3A78086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6BB79-88E4-4ED3-AE62-96DBE6D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5FBE3-3D9A-4819-8820-03FF08A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8F139-791E-4F1E-9A0D-E7D2D80C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31C36-C1D0-4819-BC2B-D57F51D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F10BB-6B3D-4167-AAE5-8EEDFC3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16CEA-5E8E-47C2-AA91-343FA42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39294-FCF9-41AE-8583-67D963A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C51DD-AB51-4F8D-A9AF-F793B7EE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3F86967E-7038-4380-ADA2-CFAB722B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202BF99-D15D-441C-9F02-A4AC194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SAFETY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965F2-2F8F-4BB8-8BFD-7EEDF8F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boundary is a product feature, not legal decoration.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49551-75D0-4588-89BF-9D3B94C1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Planifier must preserve trust by staying in the planning and review lane.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E7BF6-866B-40DA-B98A-48C7DF2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00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DCF48-A55A-43EC-98E1-38D7F8F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Planifier may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6B399-E40E-45D2-B388-3DA6380E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3657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Explain chart context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Generate structured educational plans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Save plans and journal entries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Use public market/news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8C058-4050-41BC-B119-28169BCE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00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737F3-C774-4F31-9CF1-2FF5F345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Planifier must not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3F6D6-235A-480B-9C2A-86DD92B3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3657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Execute trades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Approve live trades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Set leverage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Move funds</a:t>
            </a:r>
          </a:p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Treat FoxClaw context as authority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F07B8-B46D-4928-ACC3-0EF8724F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8CFD8-0E09-4D1A-B73F-A73293BD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rPr>
              <a:t>FoxClaw / Redshift context stays context-only unless a separate explicit integration is designed and approved.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05681-EAC9-4E8D-BA6D-4D5B9AD4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199757-C106-4CF3-97F4-9F05AA7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72053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F3220-D9E6-49E3-9D25-781B44C2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B9AE2-EB01-40A3-BD02-D7A2DC3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47F98-F6E7-4D9A-BFE2-55D8C18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F4E6-B5CB-4ADD-95D7-536283C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6A754-BD2F-42B6-80B2-BD108CE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3A894-8C07-4CB6-ABD0-64C4BF0A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1F2DD-D822-4F1A-9374-34A151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46A6B-6A46-45F0-A9C8-410C7355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DDD6C-E335-4F13-BC22-C7786E50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93F73-DC8C-4824-AE13-A10EDEC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23582-C935-4339-9AE0-7544A6DB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89543-9C3F-410B-8A69-52F26D4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AD372-5964-4FC3-92D4-E2FA39B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4D4F4-47C9-4BFC-A2E6-42F8C24F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B71DB-D1A7-4672-940C-9FA788C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5F811-E9BD-4F78-82A3-53256039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E3B6E-61AE-4A00-9CE7-61F6B934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65CB414D-89B2-4275-AAF3-C491B06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4768B344-A5B8-4B03-B697-09D9A9A6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DATA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80E0D-3252-418C-926C-394A7FC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current data flow is simple enough to harden before scaling.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14D25-D6A4-40F4-A176-821BD3F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Kraken candles, schema-backed plans, Clerk ownership, and journal entries are the spine.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6DA66-09BC-45AC-B05D-0BE8FAE4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7E7DD-C669-4B4D-A60E-A49DD55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Kraken OHLC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E9FBD-F4E6-473D-941A-C3F09870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public candle 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87AE3-0E30-440F-832C-68F6A31D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62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5CDE0-47F5-47B6-B19A-CF30154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BC283-B051-4B1B-A86F-A01BB45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095E2-A01A-481B-8513-15BBB2A4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/api/market/ohlc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8D6A1-72FB-427D-94A0-D13282C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normalized 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E503F-2E77-4061-A785-22516250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E1900-D71B-4517-A998-3EC112E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49898-EC5B-4E2B-878B-4102C38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D0AE6E-86CB-4A27-9036-4D889C7F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Learning Chart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2ED157-1B95-4CC6-BD05-DBCB84B0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render + read + levels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C2E3C7-F3E4-4FCF-A57F-6C1811E5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616021-6F46-48A6-8EA6-A12C9B2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A2ACD7-018F-4AF4-B1B0-72A0A0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781EEB-9E9B-4EF9-B637-F00D904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/api/plans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CF1CD-1901-4181-8E7C-AA88A73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save owner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3FE988-5258-44FA-8F89-10F41A61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13B430-5A89-4605-965D-B612144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Neon + Clerk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7A5D25-D168-4B56-ABF5-B2040F1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911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plans and journal entries stay owner-scoped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7E4C7-91EC-46FF-B181-C6C547F3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6E8117-E245-4EBC-B072-0359CA6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My Plans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61A60-9914-4850-85EB-56B20DCD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review library and future paid filters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483E7C-E677-4072-BEA3-AAAA0E5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FDCA6B-16C8-404C-B74B-68CB97D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19B104-6350-40A2-A389-AAAA739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76312C-0A83-4030-93F8-BF9088F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33451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FD6F8-6D3E-4158-8BAB-1201FA2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6F62D-0618-489B-8DFE-09CD44E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56BC8-3FEB-44D9-8886-B0B61711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D671E-11DD-4F91-B206-DEDAF0A2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90C77-F446-4215-A313-D65A7C62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722B-AF0D-4BFD-B695-782DD5F4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1906E-CC9F-4F97-A769-7B4EFE4D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7F20-7FA6-4105-A2B4-A983B3C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D0DB3-0B1A-4C19-96EC-73368A60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F281F-19F3-4A05-A274-95EA564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6A99F-42C7-4D44-8AB0-0B3D0613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EFFFE-13D9-4F28-BA77-F593ED8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295B6-6BC1-483B-8C67-738CF1A6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6CE73-5E04-438A-871E-CED2E09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37FF9-9197-48A3-A004-96098E5E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D38CC-8A13-4193-A93C-211C2C02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92D74-8234-427F-94C1-E2C0220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8E90D89-8D69-466F-88A2-FED0441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8AD432F-AAD2-4F51-9CD6-D3FECA1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PAID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A4183-4C18-4946-8B9B-A7D72AD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paid path is saved practice intelligence, not louder alerts.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E04D8-5048-4DE5-8D07-922798F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strongest subscription wedge is helping users see what they repeatedly do under pressure.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4FCB2-8102-4556-8DF3-97CE11B0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trades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5D6B5-C6CF-4D4E-9ED8-E894007E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3CA20-0D2C-4210-8C66-74E780A5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76%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ADEF6-7D76-4B3C-88A3-2384AEE6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 filters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BEE40-95F8-48ED-B7A3-80DED41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D9A90-909F-47C9-A8E6-AE9D825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62%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A0E42-7D6B-4BEE-AF0B-2AB6C79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Historical drills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3DC64-F702-4350-80FF-A377C9F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046D5-2049-4ED7-ACA9-A2186563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54%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CA544B-F4AF-44BC-A352-2A899D5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Rule-following 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B3B2DF-600B-409D-8AD3-05348CA9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3A76B0-98AE-4048-ADD0-6F3F63D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44%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38C62E-524E-4056-B48C-035A9226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Coach summaries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16B62-FD69-46DC-ABF0-63CF5920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F10AD-5676-4E7E-BD60-E8E5FA2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38%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DE99B7-AACF-4834-87F2-928DFEC9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B51FF-6F7F-4BD2-A67E-EBF9528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Monetization logic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F274D9-A61C-4E11-9782-1DCE9D4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Users pay when the app remembers their plans, reveals their patterns, and makes practice measurable.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AF1DE-2F3C-4F41-85A1-0A3C31C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447FD2-B70F-4E28-8D1E-D4DC9B8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05359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2A511-4AFC-41A9-B363-C8D54B84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11547-BC74-410C-AEA9-5FAB5757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71936-2D39-421F-B979-C8746E9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E01AC-98D8-46F5-86BC-A86DD30A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00E32-7ECC-40EF-BEE5-78BE8C2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013C1-02A0-48F9-B51F-5B28F4C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17540-27FF-4D78-83EC-FF14C51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4AF8D-56EE-4858-B617-4DCFF53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9E75B-943E-4A2D-A98D-AD3CBB98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B328E-7778-4001-AC7B-C749A3AE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9964A-266D-4FEA-B988-409F671F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3AEC6-8267-417E-9D61-88F7577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88542-90E2-462B-96E8-04361EF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5D848-A45F-4022-A158-21C44D4A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59E98-A40E-46B0-8A40-0691A4DB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DED3B-D811-4BE3-B9A5-5B6E2942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EA758-536F-4A45-9EF5-306A79DC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5A488E8C-D462-42A4-A688-E4184170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2794438C-3D03-465E-8A50-8E4246E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POLISH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80359-A7B8-475A-9A73-BA319EB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next quality bar is TradingView-simple, not dashboard-busy.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D1ADD-41C4-44EF-ACDA-CFCDE46B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Usability polish should remove friction from the chart loop and make text explain only where it earns the space.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2F7A4-3EDA-4185-AE44-887757D2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D5503-B511-4917-9B0A-D3C7A40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479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 dominance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384DA-208E-4CD8-A30F-4208DD5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Large chart, stable axes, visible price markers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618D0-DED1-4535-B2F7-A0D8D5D9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6546B-DE07-4FBE-9797-0BF5381E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5BC04-8F3E-4ECA-BC09-F947CEE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Text restraint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4DA9E-3684-422C-AD02-D87073F2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Beginner notes at top and where decisions happen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AED25-64F3-4338-AE61-EA22F627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D77BE-7E57-4F06-948F-00B4B02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130034-E3EF-4CFE-9A74-011647E2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195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lessons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D7D3D-239F-47EA-861A-955B0783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it measures, ignores, fails at, confirms against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AADE9-37F0-473F-93E4-9937336D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D1645-BE31-445C-A6BB-3A8F5FE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502F94-902E-4AEB-94A2-AA4CEDA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05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Mobile scan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E554CC-1923-4F3A-9352-5FEE6C0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No overlap, no clipped buttons, no card nesting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0BB04-31B8-49C6-861A-C9C1530D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FB3D7-687D-461E-9965-5F1C955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97BD03-D81D-4B89-A95D-0D3BBC6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B2AFB-2893-4C15-A557-73E939B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Open plan, copy packet, journal without hunting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7C9A0E-AA52-497D-81E3-1A603C6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6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F7D24F-1236-4418-881D-0238A351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AB8D6-A0C7-4609-9BA3-E79EAA4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40993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3030E-23AC-4A4B-B94B-A4FA687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552EC-F495-4FED-866F-7D7DDA0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78BC6-E660-483B-AF5E-7D08479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BE4E0-4175-4387-9DBF-AEAA3C9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FFBF-B3C1-4B32-8C97-A2FF2BB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7E016-1E99-481C-81ED-9F9A24B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1E8EB-1BA7-4FA6-B8A1-3886D388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64635-68FD-4D79-B599-A9FA485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DD94B-CEE6-4450-BD2C-39E5A1DF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03A0E-8B9C-4A50-A6B4-97A8969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DBC96-382F-46CB-BE9C-DE722051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E850F-1422-4E2A-8492-A5D480E0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C35E8-34C5-41FB-A747-CFD0D8F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81A8D-91AD-4F2D-B275-D70411A1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F3C19-2A51-4320-B64F-C979AAD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9FC65-70A1-4C65-980F-1E2AED6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1997B-421C-45F8-894F-3BE4B9B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9DE55FE5-A4A7-4EA1-8DB8-39899E4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19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4D15848A-D5A1-430E-8F24-FE072A61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9C936-5EA4-47A8-8462-B47BBB94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roadmap should deepen the loop in layers.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32DDE-3D92-4361-BE07-D5B21C4F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Ship the chart learning loop, then turn saved plans into a measurable practice library.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0F4CD-5783-4994-A96B-30464D6B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19050">
            <a:solidFill>
              <a:srgbClr val="35F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D7186-509B-451B-B9F8-DCE83094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A3BF8-C82D-423F-8A07-60A9F92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Polish chart, structure reads, historical preview, saved levels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1055F-5FB8-4CB8-87E7-F7943E5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B3F73-E48C-4226-954A-8C67B74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48AE6-7C8D-4D87-AF77-C724C78B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19050">
            <a:solidFill>
              <a:srgbClr val="D6A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9828F-98FF-4CD6-9C18-41BBDB71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62633-FF49-478F-A9A4-31D409B5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Reload saved levels into chart, journal filters, drill mode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B27BA-1492-460B-A613-747082AA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3DC14-DDD8-4ED0-8BDB-C013D34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D67783-77DC-4D7C-87DB-CA93330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C0F67-B414-422F-9133-AA0D7F67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Later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600DF6-4150-4853-B23C-8F3457F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Paid review library, coach summaries, explicit paper-only handoff 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51658-4EC1-41C0-A432-D8597BFD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Keep the center fixed: the user is the variable; Planifier supplies structure, memory, and review.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3617DA-7B2E-4ADB-91B3-8D7FFF5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250D0A-501B-4510-AC6E-F0A2F34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264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2026-06-05T17:02:21.9840000Z</dcterms:created>
  <dcterms:modified xsi:type="dcterms:W3CDTF">2026-06-05T17:02:21.9850000Z</dcterms:modified>
</coreProperties>
</file>