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35e9b1b7054eea" /><Relationship Type="http://schemas.openxmlformats.org/officeDocument/2006/relationships/extended-properties" Target="/docProps/app.xml" Id="R840ad1893f8e4893" /><Relationship Type="http://schemas.openxmlformats.org/officeDocument/2006/relationships/officeDocument" Target="/ppt/presentation.xml" Id="Re2ed3a8bc09441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dea2d00abc4ad7"/>
  </p:sldMasterIdLst>
  <p:notesMasterIdLst>
    <p:notesMasterId xmlns:r="http://schemas.openxmlformats.org/officeDocument/2006/relationships" r:id="R89a035de5e1f44d8"/>
  </p:notesMasterIdLst>
  <p:sldIdLst>
    <p:sldId xmlns:r="http://schemas.openxmlformats.org/officeDocument/2006/relationships" id="256" r:id="Rca7407787ad54f84"/>
    <p:sldId xmlns:r="http://schemas.openxmlformats.org/officeDocument/2006/relationships" id="257" r:id="R064b145ec3624f53"/>
    <p:sldId xmlns:r="http://schemas.openxmlformats.org/officeDocument/2006/relationships" id="258" r:id="R7ff07ae66d7c4885"/>
    <p:sldId xmlns:r="http://schemas.openxmlformats.org/officeDocument/2006/relationships" id="259" r:id="R342425b75bb6402e"/>
    <p:sldId xmlns:r="http://schemas.openxmlformats.org/officeDocument/2006/relationships" id="260" r:id="R4aeaff63c9f541ca"/>
    <p:sldId xmlns:r="http://schemas.openxmlformats.org/officeDocument/2006/relationships" id="261" r:id="R5ae3c70ef6d34095"/>
    <p:sldId xmlns:r="http://schemas.openxmlformats.org/officeDocument/2006/relationships" id="262" r:id="R214e5770595c4b2d"/>
    <p:sldId xmlns:r="http://schemas.openxmlformats.org/officeDocument/2006/relationships" id="263" r:id="R064f29d4f3e54895"/>
    <p:sldId xmlns:r="http://schemas.openxmlformats.org/officeDocument/2006/relationships" id="264" r:id="R254c77f1d1bc4978"/>
    <p:sldId xmlns:r="http://schemas.openxmlformats.org/officeDocument/2006/relationships" id="265" r:id="Rbcc39d58c08647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ea2d00abc4ad7" /><Relationship Type="http://schemas.openxmlformats.org/officeDocument/2006/relationships/theme" Target="/ppt/theme/theme1.xml" Id="R31afb4f2ae4e4dad" /><Relationship Type="http://schemas.openxmlformats.org/officeDocument/2006/relationships/notesMaster" Target="/ppt/notesMasters/notesMaster1.xml" Id="R89a035de5e1f44d8" /><Relationship Type="http://schemas.openxmlformats.org/officeDocument/2006/relationships/presProps" Target="/ppt/presProps.xml" Id="Ra4dca1755e534a7c" /><Relationship Type="http://schemas.openxmlformats.org/officeDocument/2006/relationships/viewProps" Target="/ppt/viewProps.xml" Id="R011101ced68c4c2b" /><Relationship Type="http://schemas.openxmlformats.org/officeDocument/2006/relationships/tableStyles" Target="/ppt/tableStyles.xml" Id="Rea5cecbbe9bc4d9b" /><Relationship Type="http://schemas.openxmlformats.org/officeDocument/2006/relationships/slide" Target="/ppt/slides/slide1.xml" Id="Rca7407787ad54f84" /><Relationship Type="http://schemas.openxmlformats.org/officeDocument/2006/relationships/slide" Target="/ppt/slides/slide2.xml" Id="R064b145ec3624f53" /><Relationship Type="http://schemas.openxmlformats.org/officeDocument/2006/relationships/slide" Target="/ppt/slides/slide3.xml" Id="R7ff07ae66d7c4885" /><Relationship Type="http://schemas.openxmlformats.org/officeDocument/2006/relationships/slide" Target="/ppt/slides/slide4.xml" Id="R342425b75bb6402e" /><Relationship Type="http://schemas.openxmlformats.org/officeDocument/2006/relationships/slide" Target="/ppt/slides/slide5.xml" Id="R4aeaff63c9f541ca" /><Relationship Type="http://schemas.openxmlformats.org/officeDocument/2006/relationships/slide" Target="/ppt/slides/slide6.xml" Id="R5ae3c70ef6d34095" /><Relationship Type="http://schemas.openxmlformats.org/officeDocument/2006/relationships/slide" Target="/ppt/slides/slide7.xml" Id="R214e5770595c4b2d" /><Relationship Type="http://schemas.openxmlformats.org/officeDocument/2006/relationships/slide" Target="/ppt/slides/slide8.xml" Id="R064f29d4f3e54895" /><Relationship Type="http://schemas.openxmlformats.org/officeDocument/2006/relationships/slide" Target="/ppt/slides/slide9.xml" Id="R254c77f1d1bc4978" /><Relationship Type="http://schemas.openxmlformats.org/officeDocument/2006/relationships/slide" Target="/ppt/slides/slide10.xml" Id="Rbcc39d58c08647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ba95ead0bcc49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8d0c916e4f4aaa" /><Relationship Type="http://schemas.openxmlformats.org/officeDocument/2006/relationships/notesMaster" Target="/ppt/notesMasters/notesMaster1.xml" Id="R7743e293961046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48b9c4a2564739" /><Relationship Type="http://schemas.openxmlformats.org/officeDocument/2006/relationships/notesMaster" Target="/ppt/notesMasters/notesMaster1.xml" Id="Rccdeb162d7aa41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577128cdad488d" /><Relationship Type="http://schemas.openxmlformats.org/officeDocument/2006/relationships/notesMaster" Target="/ppt/notesMasters/notesMaster1.xml" Id="R402fb3a66f244a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172a28547a4a5c" /><Relationship Type="http://schemas.openxmlformats.org/officeDocument/2006/relationships/notesMaster" Target="/ppt/notesMasters/notesMaster1.xml" Id="R19723c84c75046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38499bcdee4922" /><Relationship Type="http://schemas.openxmlformats.org/officeDocument/2006/relationships/notesMaster" Target="/ppt/notesMasters/notesMaster1.xml" Id="Rb5fb100f1ad74b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eb08bcea234975" /><Relationship Type="http://schemas.openxmlformats.org/officeDocument/2006/relationships/notesMaster" Target="/ppt/notesMasters/notesMaster1.xml" Id="R34d01ca61a1246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b0c9e0fb614c7f" /><Relationship Type="http://schemas.openxmlformats.org/officeDocument/2006/relationships/notesMaster" Target="/ppt/notesMasters/notesMaster1.xml" Id="Ra4a2f9eb744744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405790c2644022" /><Relationship Type="http://schemas.openxmlformats.org/officeDocument/2006/relationships/notesMaster" Target="/ppt/notesMasters/notesMaster1.xml" Id="R7de43227dda44b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008571e6754967" /><Relationship Type="http://schemas.openxmlformats.org/officeDocument/2006/relationships/notesMaster" Target="/ppt/notesMasters/notesMaster1.xml" Id="R1c55cc67f6414e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f2deaac9eb4a3f" /><Relationship Type="http://schemas.openxmlformats.org/officeDocument/2006/relationships/notesMaster" Target="/ppt/notesMasters/notesMaster1.xml" Id="Rb214b4d1d87a48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f6925cbd2449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bcc54d2af6f4954" /><Relationship Type="http://schemas.openxmlformats.org/officeDocument/2006/relationships/slideLayout" Target="/ppt/slideLayouts/slideLayout2.xml" Id="R6e2b140ffd444e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2b140ffd444e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5161c4cc84dab" /><Relationship Type="http://schemas.openxmlformats.org/officeDocument/2006/relationships/notesSlide" Target="/ppt/notesSlides/notesSlide1.xml" Id="Rbaddd5c9f3094b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98d0b670de47bd" /><Relationship Type="http://schemas.openxmlformats.org/officeDocument/2006/relationships/notesSlide" Target="/ppt/notesSlides/notesSlide2.xml" Id="R5e1a6c43fe704a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2fe4568d284d3f" /><Relationship Type="http://schemas.openxmlformats.org/officeDocument/2006/relationships/notesSlide" Target="/ppt/notesSlides/notesSlide3.xml" Id="R8cc62c1bf6de49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f944e1a90c49ae" /><Relationship Type="http://schemas.openxmlformats.org/officeDocument/2006/relationships/notesSlide" Target="/ppt/notesSlides/notesSlide4.xml" Id="R28dc1cb97add43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1da66e48324761" /><Relationship Type="http://schemas.openxmlformats.org/officeDocument/2006/relationships/notesSlide" Target="/ppt/notesSlides/notesSlide5.xml" Id="R90754d01e26d44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ecbd36d4f1449c" /><Relationship Type="http://schemas.openxmlformats.org/officeDocument/2006/relationships/notesSlide" Target="/ppt/notesSlides/notesSlide6.xml" Id="Rf3f55a032d9d46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b7d8bae0ee48ee" /><Relationship Type="http://schemas.openxmlformats.org/officeDocument/2006/relationships/notesSlide" Target="/ppt/notesSlides/notesSlide7.xml" Id="Rc3dd34a76e6f49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01c35c0369441f" /><Relationship Type="http://schemas.openxmlformats.org/officeDocument/2006/relationships/notesSlide" Target="/ppt/notesSlides/notesSlide8.xml" Id="R962150ff0df945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d9b9304aed49b9" /><Relationship Type="http://schemas.openxmlformats.org/officeDocument/2006/relationships/notesSlide" Target="/ppt/notesSlides/notesSlide9.xml" Id="R53ce47cbf82847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e58b8b9c314b26" /><Relationship Type="http://schemas.openxmlformats.org/officeDocument/2006/relationships/notesSlide" Target="/ppt/notesSlides/notesSlide10.xml" Id="Rcf0fbda8e64e49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0A0E4C7-727A-4F8B-BD1C-870A50C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6D235-5FCF-4B75-82AA-A9B40DA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2339F-930B-45A6-B803-EA74F760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D25BC-A00A-460F-A567-CF8BAABA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430BF-3FFC-4433-8108-09A51CFC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5B0AD-C471-4F27-B9E9-B1398861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66AF5-1156-4FAB-AE36-1E2C2E11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4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2E73A-72D9-4B1E-8FB6-225C658F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4FFFE-14F2-4C9E-9732-4FBBA775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F0519-AEC6-441C-BB12-205CA556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DCC6F-6E72-4B68-8A05-8FA86BF5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2B8BC-49B5-4D8A-A22B-FDD262B0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FAAD7-DC95-48FF-A03C-031CD8F3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D56BD-D9B5-49EF-A1FD-594B2692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79678-3952-42B2-B41B-8F0F6D0F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2166E-AA0D-4E3D-8DC0-C11BA24B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5555F-08A4-44F2-B441-716FD2CF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CF075-32A1-467D-8579-E24BB277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08FA1-A7A8-44DC-9AAB-2466914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26DE4-CBA3-4BA2-8957-FE3FE5D5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op-rule">
            <a:extLst xmlns:a="http://schemas.openxmlformats.org/drawingml/2006/main">
              <a:ext uri="{FF2B5EF4-FFF2-40B4-BE49-F238E27FC236}">
                <a16:creationId xmlns:a16="http://schemas.microsoft.com/office/drawing/2014/main" id="{71766FB6-FBFA-4802-8C82-27D3F906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52C5023F-8C10-44BB-97BF-5F877600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EA32845F-F206-4389-990C-97DDA6E4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A32EFA2A-34D6-4368-85CE-2369EEDC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PRODUCT SNAPSHOT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83782-72C6-4B5F-A9C3-6F16B4A8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Planifier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636988-4D3B-4644-A4AE-01F054F2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The product is becoming a chart-first learning loop, not a signal room.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84329-08B0-4025-823F-098E46CA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0E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4965F8-908A-430F-B077-B73062C7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LEARNING CHART V1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59089E-4070-4BDD-B683-CBC15BF5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812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0E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688C42-14E4-4E61-B3CD-BC913521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2152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SAVE -&gt; REVIEW -&gt; JOURNAL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BB7CE2-063B-4BC2-936B-1CBE495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0E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CA12B4-30B9-49A4-954E-AB4820F0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981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NO EXECUTION AUTHORITY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E58875-6A43-4D73-9756-5EC80E5A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95350"/>
            <a:ext cx="3257550" cy="3257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0C"/>
          </a:solidFill>
          <a:ln xmlns:a="http://schemas.openxmlformats.org/drawingml/2006/main" w="19050">
            <a:solidFill>
              <a:srgbClr val="174D3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D3C79-E000-4A1A-806B-456668E6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85900"/>
            <a:ext cx="2076450" cy="2076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28575">
            <a:solidFill>
              <a:srgbClr val="C46A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0E29B3-B57A-4D91-AF71-E3EBF0D1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9812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chart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91094E-2EFE-47BD-9A5C-C10988E5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levels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B0DE29-D686-4176-AA42-632E9701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813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FF9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5FF9A"/>
                </a:solidFill>
                <a:latin typeface="Aptos"/>
                <a:ea typeface="Aptos"/>
                <a:cs typeface="Aptos"/>
              </a:rPr>
              <a:t>journal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FF8BC4-0021-44A8-A321-2AB8423F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EBD662-4DC6-4D6B-A0F5-DA11D8E0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482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June 5, 2026 / local build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97324A-A5BC-4F11-A2D2-C4CED794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36554C-29B2-4DF9-B826-1DB8C9BA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FF9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5FF9A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FEFEB1-CB27-461A-BAA5-BF6819EB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tests passing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C20E56-A935-4FEA-A41F-6162B4ED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29100"/>
            <a:ext cx="1809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97852D-FF7A-430B-B67A-416EFEB8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624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514A16-0B32-41FB-934A-BBF027C9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00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Kraken pairs live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4C3B7D-7405-40EE-993B-3D30094E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53680D-DB87-44EB-A517-11FF2679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20s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0D63D1-EA36-4B05-9F80-7BBA5DAC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006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REST polling cadence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B909EF-B8D7-48E0-8FF3-34587B53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0FDBCA-96E7-4EAE-87AC-9B2DCBA2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624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401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6013F3-403D-4B2E-9730-7DA62A44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006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save/delete protected when signed out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63DB86-19C1-49E1-A3F6-60ADD54E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0DB98F-8A88-4F9A-88C8-930886AC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830626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5F9F344-D0DF-42D0-884E-D63718F0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11F0B-4A33-4415-8C00-EC198B6E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0D97D-3A2F-4B26-961A-8412EEDE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A1354-CB0F-4E52-8800-6A898C0F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3F967-8D60-4364-932D-2F5D08A4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3A61C-2B48-452C-B9CD-CA2A34F0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A262B-A822-4CE2-A396-5CF3E191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4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258B5-22D8-4E70-98B2-49FA272E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41FCF-EABA-49A4-B777-BC605476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FD2CE-4413-403E-A596-2B6AB74B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4A7C0-2BE4-4836-93D0-8E3B0103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A7D16-AA1B-4D4F-8A81-6448F397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44226-75D7-4FD5-A1A7-FEF58C31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04B61-2388-4128-82DD-2EC57C9A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A2B1E-8BB3-4D13-9907-805EFFFF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88B4E-BD1D-425F-8C0C-C3987802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430C0-745B-493B-9A8A-8D5F6E4A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140A4-4ADF-43BC-975C-556BF893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738B7-C65C-439B-ADB5-9BC5D9E7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47323-2822-4012-BD0E-3C9A560D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op-rule">
            <a:extLst xmlns:a="http://schemas.openxmlformats.org/drawingml/2006/main">
              <a:ext uri="{FF2B5EF4-FFF2-40B4-BE49-F238E27FC236}">
                <a16:creationId xmlns:a16="http://schemas.microsoft.com/office/drawing/2014/main" id="{17033A4B-A7F9-44B9-A0EC-35BDFF34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E588691F-464A-4456-8C61-DFAA6F4B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931AF34C-1AF2-4CD0-8770-8D60B54D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5C2D1EE9-356C-4B00-BCF3-039157C7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BEGINNER PROBLEM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DA110B-D0F7-4D15-9F2B-369553DF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Beginners do not need louder signals; they need a sequence they can repeat.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94DF72-D3C5-4AC2-9C4B-20A206D0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product stance is to slow the user down enough that the plan has proof, invalidation, and a review trail.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697A03-0189-430B-A61F-AD3BA35D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C46A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D6D33-11A6-4024-A5E6-61180723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052ABD-9A5E-47B3-8B3C-A73E0CFB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Pick one market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EF29AD-96D0-4988-A7F3-EC1496C7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Limit scope before analysis starts.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118257-8BAA-4F60-B66F-20245B73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28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1E2046-630D-4B44-B17F-070F9C94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C46A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D06BF-B677-4A9E-BEC3-52E66F78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7877E6-13C7-430C-8496-FD9FB543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70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Read the candle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DCC49C-EE0C-49B4-9F59-739D0543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52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Close, body, wick, volume, and location.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29CE4D-A756-468D-BB02-7B268B3D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4099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43B319-750B-4CDA-81CB-1EC5A715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D6A84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528EFC-7DA7-44C9-B177-1A3CB722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124DA2-CB1F-4AF4-BB1B-C9173477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Set levels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8F39F1-9571-4860-A185-A2542E98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Entry, stop, target, and estimated R/R.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A7F087-B155-4E1F-B88F-DDFDDF18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91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A50995-0D93-41DD-91C4-F600EB5E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D6A84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B3C4B7-6502-4D4B-B993-79F62591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EBB71C-6373-46A2-94CC-CF28F7E6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291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Save before outcome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0EFE44-21D8-4312-A340-A6713E5D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Record the idea while the chart context is still honest.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028C57-ED5A-4355-A226-B8F48BEE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9720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40499E-7A92-4B6D-920A-E3715269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35FF9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FE5C53-293D-4C86-8160-7FA41B92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01821B-9F4B-42FB-8014-1589C766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Journal the result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8411AD-DF0C-4237-B0BE-EED1206C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959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Review whether rules were followed, not whether luck arrived.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8994D3-6583-4FFD-9225-96A3412B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4767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51CE68-A09E-449A-8DEF-DBA3332D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Design implication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348202-003A-4DD4-A7B3-6197ADE5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363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Planifier should feel like a chart notebook with guardrails: specific, quiet, and built for practice.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4D3FB6-4CE2-4255-BF0C-E54C9559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3600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user remains the variable. The app scaffolds patience, self-awareness, and repeatable rules.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F74153-C668-4104-8379-670E76E9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7520AA-AAD0-40E5-8EC6-0F08407A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39640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CFA5445-2DCB-4172-90E0-C439D309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780A0-1DBD-429E-9C08-C5C95159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8B607-48C2-48EA-888B-781A1FA2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C883F-E389-441F-8B69-7A50A723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10E19-5849-4BDD-A469-5627EBC4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9326E-9205-4E5E-ACC4-C2EAA79A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F3961-A853-4E87-A229-6CCE9AC9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4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4A2D9-CC69-46F0-BB3A-D4BF8E6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325FC-8D69-4F9E-898E-DF9B351E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6A16C-A2DE-4593-9C5D-CA12382E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43082-8D03-4F0E-86BC-6D291103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FD585-2A3F-479D-8F04-7BB583B6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3FE13-2F4E-4643-B38C-59CFA577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F40CB-E3E4-4706-B001-B9EB3339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5790E-C113-4996-A411-6235435A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5A112-3152-4B58-A569-BCC644FC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3789C-48F7-457A-9A19-F8EF9978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9E572-32FA-4B31-9DFC-4B0F5F24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953DE-08AD-4C36-B513-89564EEA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6E079-72BD-4FAC-9278-43C91ED4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op-rule">
            <a:extLst xmlns:a="http://schemas.openxmlformats.org/drawingml/2006/main">
              <a:ext uri="{FF2B5EF4-FFF2-40B4-BE49-F238E27FC236}">
                <a16:creationId xmlns:a16="http://schemas.microsoft.com/office/drawing/2014/main" id="{14396370-F93D-4458-8ACA-A001432A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50AACF40-8BD7-46F5-9A90-D241AC46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3B194AF5-07DB-46BE-9050-9C98C11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B7FCA76D-2DF3-4ACB-9120-5A7FEA8D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PRODUCT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DE06F-FCB1-4D45-A51E-6DC47ADF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core loop is now chart -&gt; levels -&gt; plan -&gt; journal.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7C826-4EE9-4F9A-8433-B5AC23DD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Each step captures context before emotion or hindsight can rewrite 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45467D-9CC8-4CE2-95A6-89B9C7C5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6572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0C"/>
          </a:solidFill>
          <a:ln xmlns:a="http://schemas.openxmlformats.org/drawingml/2006/main" w="19050">
            <a:solidFill>
              <a:srgbClr val="174D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EAC59B-E79D-43D6-A03A-E89BC668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19050">
            <a:solidFill>
              <a:srgbClr val="C46A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0C93D3-310B-476C-9119-050CED8D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24250"/>
            <a:ext cx="1181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practice</a:t>
            </a:r>
          </a:p>
          <a:p xmlns:a="http://schemas.openxmlformats.org/drawingml/2006/main">
            <a:pPr algn="ctr">
              <a:def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loop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7D4446-0379-42FA-BEE6-BD146BC9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35CAB-7C79-4C12-8ED7-7C0818D0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D6A8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7398A7-F37F-4260-8811-C0483370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D50B5B-45FE-437C-90E1-F5B21ECF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003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Choose 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698490-ED5E-4831-A8A4-64A380CC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C4B95C-04DB-49FB-831A-24E6B83A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35FF9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8DDEBC-E5F6-4403-8CE2-321D148F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623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7C314F-22E8-4B4C-9A1B-05EEE0F6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Read candles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A3A1EB-7D79-4824-801D-8B714436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95850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435C59-C2A1-4A46-8D85-7DCE80DC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67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C46A2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FAA913-7BE1-43EB-BEAE-F70F4466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435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07455F-8863-48AF-8E88-8D303535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244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Place levels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D2C350-2C3B-499B-BAED-8BEF6629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14900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9C71C4-BF70-4587-A804-78528C05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86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309AEE-0E67-4EC1-9A3D-E687F9E0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62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F82420-D3F1-447A-A6B1-93664D0D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435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Save plan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0A5473-837D-444E-89E3-224A426E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14650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40F1B4-CA16-4C80-BA7A-5BCEA7C7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35FF9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56EEAA-CA31-4EBA-A59E-8D4C9546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623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26487E-1BC0-4CB7-B135-AE95F0DF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Journal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34AF3E-5A98-4059-8DF2-B10534B9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0599F5-E56D-4D89-B8F6-5B15A799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04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D1122A-31A0-4ECC-90A6-1A9ACE1A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3875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D3CA5C-A703-4C03-B600-DEEC91D6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04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539463-8806-49BC-BD88-333F2B46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687376-0F6D-4B28-AF27-A0F217A3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What changed: save is now cloud-backed through existing user plans, not browser-only practice memory.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42B05E-607A-481F-A1F1-F12F3071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3F75D9-7045-432B-8F19-4E746A9C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28597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08539C7-E11F-4C95-BD80-9DD403FF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C2E1E-20C1-4885-BE4D-212A003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FA15E-D7AE-4A87-AB98-7B5AB875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A84DD-A225-4C25-BE1D-AA3F83E6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EA8AF-92A8-427C-9D94-DA70F88F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B9918-E5E0-43DB-AF75-9686161E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781CC-3B35-42E5-BB0E-7785A3E6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4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EA2B5-F680-4858-BE1E-E2EEDE76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565D4-899E-4E3F-BC4B-A972B64B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D7ECA-9F7F-4D61-942C-4A2DF411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728AF-F80D-482E-92D4-99250200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D4E4A-14E7-4A0B-AE58-ACA6001E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AB128-2B13-408A-884A-D8B96883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796AC-56A0-48C4-923F-FCD6B5BE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07935-4540-4229-885D-74665D0B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73C80-654E-4CF5-B8CD-D95DFD83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5EF7B-C2FD-4EAA-81A6-E8BF37B6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A96CB-9F24-40A2-B834-25A5424C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B6799-D92E-4295-AE6E-7B20D2E5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DA6C8-0BFD-41D5-B5E0-B08C7A74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op-rule">
            <a:extLst xmlns:a="http://schemas.openxmlformats.org/drawingml/2006/main">
              <a:ext uri="{FF2B5EF4-FFF2-40B4-BE49-F238E27FC236}">
                <a16:creationId xmlns:a16="http://schemas.microsoft.com/office/drawing/2014/main" id="{02FE8357-9A01-4319-9142-D0BA1535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C810AE6-78B0-4DCB-B75E-52AAD0F4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94F4C0F6-8504-422B-B9ED-B822F05B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55B0A3CB-5921-439F-93A6-780BD70D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LEARNING CHART 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1B619-8E14-44F0-BFD3-7CE28B35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Learning Chart V1 makes chart reading the first workspace.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2392C-6766-410F-972B-3F324989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UI now gives beginners real candles, beginner explanations, and practice-level controls before plan writing.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4A228-09D0-4C1C-82E3-CB823EE0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64389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605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3609C-423E-4B20-8C23-47A17D3C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BTC/USD     4h      public OHLC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7641A-E98F-4CAE-B46C-733333F6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8AA13D-2C68-4922-A471-8401F56C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384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0D1780-35BC-42A7-B5E6-D40BF8AB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384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263E73-69E1-46DF-928C-35AF8BEE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384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685CCA-5236-40E2-8365-75F7CD69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384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61B4C2-0352-4742-823A-A57ED016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384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C82954-7555-47CA-B95E-2577D50C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384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9AE6B7-7D93-40AE-B237-6D6658C6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384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461528-EA11-4C0E-948D-3C9F67DC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384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ED275F-7FC4-44C9-A2A8-E3ECB81B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013EAC-1C88-48CD-98A8-D8F70A89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1BD7A4-371F-4D54-810B-BFF34B27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0C1303-DCF3-40D5-BFC4-F7BA4E35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C0B7AE-E931-4261-9597-8CE2F48C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3CD0B4-8E2F-406C-832D-4DB18B4C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C0D582-D743-4FDF-A594-3AABBB5B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13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EE6155-6825-44F7-9A3D-6A1B2D29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33850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5B288F-ABFF-43C8-8952-F0381798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133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CF453B-4624-4FD1-9AA3-4E81DF4E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829050"/>
            <a:ext cx="95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EB514C-95C4-4CB5-9EAC-4C996FB3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05300"/>
            <a:ext cx="13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8CC63F-8A96-41BC-BDFB-3A496F17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03860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496FE7-F205-4F2F-A911-95EB7593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48100"/>
            <a:ext cx="133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367994-E159-4F6D-96D6-19DF99F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81400"/>
            <a:ext cx="95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F12FAD-F0B8-4BD6-B6CA-819FFE8A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91000"/>
            <a:ext cx="133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089379-85BA-4F10-B435-94EE946D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24300"/>
            <a:ext cx="95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292E24-DFE2-4904-AFC0-DA34EBD0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6750"/>
            <a:ext cx="13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DD51FA-112B-4F49-A99D-F74ACB81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210050"/>
            <a:ext cx="95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B00F7B-74D1-489C-91EA-36E126B6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76650"/>
            <a:ext cx="133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53FCFB-01EF-4A0F-B14E-0E3EE6DC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09950"/>
            <a:ext cx="95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574ADE-8554-4666-964A-A0BF4D0C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133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737033-D3D2-4273-85F4-29FF972D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33800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FCB13B-7C36-465B-AA62-5C509F96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67200"/>
            <a:ext cx="133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542040-A606-401C-8637-F6DAFEA9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00500"/>
            <a:ext cx="95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F2B0CB-A270-4A13-B33D-EAA392AF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05200"/>
            <a:ext cx="133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D979EC-3148-483A-A62C-46022A50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3850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296156-FF59-4080-9B13-0C7E9CF6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133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AC68313-7566-4B4F-9453-175D5084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29050"/>
            <a:ext cx="95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13F6B8-1722-4AA0-846E-CA5BE460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52850"/>
            <a:ext cx="133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20B2339-6498-4330-BB19-2AD780F3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86150"/>
            <a:ext cx="95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0D398A-5BAE-4963-B831-B2DD3130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62450"/>
            <a:ext cx="133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85F962-274D-4787-A674-61EEF5B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95750"/>
            <a:ext cx="95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69597E0-70D7-4A2E-A519-2FCCD11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62350"/>
            <a:ext cx="1333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B863F2-F154-4A82-8EC5-0EEB969E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95650"/>
            <a:ext cx="952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EA9829-459A-4BAF-B7AF-6BA19F06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24300"/>
            <a:ext cx="133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C3E1A26-E7FF-4EC7-A3AF-50E9BC9A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57600"/>
            <a:ext cx="95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B9625FE-DA14-46D0-9226-3DC38291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133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44F6572-379D-434D-B901-E0DC72AC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981450"/>
            <a:ext cx="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0C7897C-02DF-4A82-B686-FFA75F8D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133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95C73AE-2250-4ACC-88AC-96AD342E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48050"/>
            <a:ext cx="95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471DC8-9CE9-442B-950C-C0A95A32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133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36C14E2-8D62-4B5F-B006-A6630D2C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90950"/>
            <a:ext cx="95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C46A82C-4DFC-4111-AFF2-DD2889FD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581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283200F-3A4A-44D1-B85A-36E54727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581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2650E5-E188-45AC-B041-A2DFF2C2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7A8DF7E-EE70-4E1A-86F5-AB87EBA1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766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0E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7854EC3-33EA-4574-BEA8-0E683042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ENTRY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BFADEFB-86CE-4F8D-96DD-79207A91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196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0E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CB8BA5B-1B3A-4A4A-8020-DBF3522D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958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F4444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F4444"/>
                </a:solidFill>
                <a:latin typeface="Aptos Mono"/>
                <a:ea typeface="Aptos Mono"/>
                <a:cs typeface="Aptos Mono"/>
              </a:rPr>
              <a:t>STOP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2E76E12-0EA7-4AEA-9AB1-0793EF64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243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0E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EA4E641-0650-4CB0-B12F-A8BB3C2D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00550"/>
            <a:ext cx="647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TARGET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0DF54BB-1051-40FF-AEB3-4CC03065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47900"/>
            <a:ext cx="3314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5F5D545-F181-4110-B1FD-99CF6981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Real public candles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BA347C7-802F-4D49-8876-992DE591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Kraken REST OHLC, BTC/USD first, four supported crypto pairs, 20-second client polling.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CCD5583-29A8-424B-9434-BD50D712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3314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AFCAB9F-EE3A-4B9A-B6C0-7FB48D5E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FF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FF9A"/>
                </a:solidFill>
                <a:latin typeface="Aptos"/>
                <a:ea typeface="Aptos"/>
                <a:cs typeface="Aptos"/>
              </a:rPr>
              <a:t>Beginner read panel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054858D-4B14-43E4-B5D7-3BC3F8F1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Explains close, body, wick, volume, and where the candle happened. Indicator explanations follow the same grammar.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E890202-41FC-407E-8401-4534BBFF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48200"/>
            <a:ext cx="3314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EDDBD85-A8D5-4D8C-AF58-82730D09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006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A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46A2B"/>
                </a:solidFill>
                <a:latin typeface="Aptos"/>
                <a:ea typeface="Aptos"/>
                <a:cs typeface="Aptos"/>
              </a:rPr>
              <a:t>Practice levels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6805B35-7735-4781-88F7-869A2037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86350"/>
            <a:ext cx="2971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Entry, stop, target, estimated R/R, and a save action that moves the idea into My Plans.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BA381D4-2A78-43BE-9E7F-ECD4E210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2A132D8-40A2-45C7-9ECA-4D9E9C1D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11613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9D8AF54-5BAE-45AD-B897-4865D437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FCC13-FE11-4BB3-820C-D87478A3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E018F-32AF-4900-9837-6F343F7C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7D676-9564-4612-89FD-2E1C2FE6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6CF76-CB01-407B-A2A9-2B266C67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90562-F95E-40B7-9C56-B439A0D5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BAFC4-679B-44EE-BF05-650F0344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4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2296F-0EB9-498B-8EA1-C3916BC5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C670D-56B4-415E-8775-D92FA78E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339C7-4C6B-4CFB-891E-EB729754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D135D-F28C-41E5-8EAD-72B7E097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674DB-C011-4457-937C-1EE700D0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9C136-49D2-4165-B233-6AE77DFC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4E209-5496-4143-A25E-015F8F0C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D4A19-F134-4F94-9CBF-3EB8919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4E3B5-6FCE-4B27-B00B-72EEB0FE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B279E-ADB8-4CEA-84CC-22A3A39C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AC729-0F5B-4CE8-9643-EBD6215E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D9900-E553-4F01-9836-C837CB60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2AD07-DE5F-40FD-A6AF-C1E4CD7D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op-rule">
            <a:extLst xmlns:a="http://schemas.openxmlformats.org/drawingml/2006/main">
              <a:ext uri="{FF2B5EF4-FFF2-40B4-BE49-F238E27FC236}">
                <a16:creationId xmlns:a16="http://schemas.microsoft.com/office/drawing/2014/main" id="{BBFD5FC8-54FD-4055-AE3E-2ECFB259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41A088FC-5A9F-45E6-855A-C100927A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D02CCFB7-DD11-4FD0-A3F3-98E1C78E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49EE1052-25B5-42F7-9BED-761AE773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SAVE ARCHITECTURE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96D375-E323-48CA-807D-06A91E6A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Saving levels now creates a structured, journal-ready plan.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71C84B-8C24-41F1-8534-B9FF86C2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implementation uses the existing user-scoped plans table and adds chartSave metadata inside the plan JSON.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42DDE-9E03-4E3D-8463-A9C35A04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962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DB281-6874-439D-9EB6-CC4B22E5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Chart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9E216B-AEF0-48C0-9BA4-299552AA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pair / timeframe / selected candle</a:t>
            </a:r>
          </a:p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entry / stop / target / R:R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61A09F-BA1E-455A-8B0D-BA34F3A4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179CB0-733C-478D-9154-FCC5ADC3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71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16DA24-428A-43B5-B66E-0E798B83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051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D2FD2E-D0FD-43FA-8036-13A6C835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52700"/>
            <a:ext cx="1962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972E6E-5CC0-4297-A913-4EEEF0F4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6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46A2B"/>
                </a:solidFill>
                <a:latin typeface="Aptos"/>
                <a:ea typeface="Aptos"/>
                <a:cs typeface="Aptos"/>
              </a:rPr>
              <a:t>POST /api/plans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038CB5-E030-40FF-A9B5-7DD230D1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Clerk user required</a:t>
            </a:r>
          </a:p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validated pair + timeframe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0FBF91-24A4-4807-A1BC-2C75FDC0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BAD2EB-2E54-4FF0-80EF-82FB309F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71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818D85-3872-4726-9D57-672F2A2B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051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4A2A10-DB53-4D0C-AC7E-5C68DA46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52700"/>
            <a:ext cx="1962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F43A92-32B2-4754-B316-05F724BA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FF9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5FF9A"/>
                </a:solidFill>
                <a:latin typeface="Aptos"/>
                <a:ea typeface="Aptos"/>
                <a:cs typeface="Aptos"/>
              </a:rPr>
              <a:t>Plan JSON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E248AA-2A1D-4A1F-9E99-7E9182AF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PlanSchema + chartSave</a:t>
            </a:r>
          </a:p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TradingView URL + savedAt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22B7D0-C891-4084-914F-F591D073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D22AB1-77AE-492A-AD39-E1F88321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FC5CAC-D72E-4F3D-97C7-523B5D18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051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6E7346-85C6-4D4B-B67B-178A0F30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1962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208A4A-6B61-4EDB-B665-4F5417F3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432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My Plans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F41144-223C-45F5-BAAB-9A3FE1B5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card metrics + detail view</a:t>
            </a:r>
          </a:p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journal + delete cleanup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E3E0E2-C235-4AD4-815B-EF2EB147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483367-606F-4807-BE20-9B56B74B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F4FF29-E449-456B-99E4-54E952DD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14900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FF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FF9A"/>
                </a:solidFill>
                <a:latin typeface="Aptos"/>
                <a:ea typeface="Aptos"/>
                <a:cs typeface="Aptos"/>
              </a:rPr>
              <a:t>Why no migration yet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DF6A2E-E215-4D8A-BA88-F4BDE96D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00650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optional chartSave block gives the UI clean entry/stop/target/R:R data while keeping old saved plans compatible.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7DDC9F-4CCC-4762-9E99-B31D7E9A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E63312-9E61-4F22-A8B5-B33E58CA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What this unlocks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D28C7D-4FDD-4D95-9257-BFD8F4A4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00650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A paid tier can later promote the same metadata into indexed columns for filters, review stats, and cloud-synced practice history.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83DF79-560C-46DB-9239-DD5EAEF5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4E4CF2-A014-4F13-83D1-2276EAA2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46029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6179C86-141B-48C9-B765-5436CA83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A297C-A508-4B79-9B1D-40572779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19770-6938-4AB9-8380-A9DA803E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417A0-2A62-422B-905F-DCABFA1E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CAD0F-AF4B-4BBC-BE7E-8865ABFF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82CC5-6FF4-4F51-B936-89D07276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A54EA-431C-4C26-953D-E5DCD9D1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4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D0E19-5637-4FC2-BBAA-86E326A1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B896B-7B17-45E5-8321-2171931C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992CF-9CEB-4DBC-B71A-79269D0E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45D2F-5D22-4AB2-9AEE-E64496BE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AD11B-181C-4959-A8E2-48E8191E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30C7C-FB64-4166-BD97-4AD658ED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792E6-CAAE-41E2-A433-2E0EB6CD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93C2A-E8B4-45E5-9B3E-BEC3497D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D6D26-6F1A-4AD5-B77A-E14E678C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AFCD5-DE79-4729-BAA1-11CDDCB1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DA73B-9017-48E5-9FC4-5961F720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0DC3D-66BB-4D04-B9C8-B5703BEE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9ABBE-96CF-450A-BB58-72B8C2F1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op-rule">
            <a:extLst xmlns:a="http://schemas.openxmlformats.org/drawingml/2006/main">
              <a:ext uri="{FF2B5EF4-FFF2-40B4-BE49-F238E27FC236}">
                <a16:creationId xmlns:a16="http://schemas.microsoft.com/office/drawing/2014/main" id="{1CC97134-7FFB-4055-A4B4-99ECDA5B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EC821818-EB92-4A31-93EC-57EEEC17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D522BF86-AF06-44D3-96A8-69B9249D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4BF50344-EF22-4FF5-B794-9242A0AC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JOURNAL 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54123-7995-4F6F-9236-D0F16755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My Plans is becoming the review surface, not just storage.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CA3A3-9BE0-4056-96FD-4E248C5F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Chart saves now show the plan levels up front and connect back to the chart for context.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5753E-7715-483B-B9CF-6699DB1B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3815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DFB0E9-A954-4B17-8762-D12CBFE3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BTC/USD / 4h / Swing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A4AF1B-94BD-4BE1-B93E-4CCD51B4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LEARNING CHART SAVE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930F01-6A1E-49E4-986B-6C1FD85B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71850"/>
            <a:ext cx="361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This is a long practice map for BTC/USD on 4h. Entry 64,000, stop 62,000, target 68,000, estimated R/R 2.00R.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08B948-82C5-41B4-BE0C-3A3D437B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895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E20CA4-C5AF-45F5-8DB3-9B554D1C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386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64,000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C403A0-8AD0-498C-8D1D-EF2516C0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entry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D71710-638B-4717-AFB3-DA9C452E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05300"/>
            <a:ext cx="895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A93EF2-FF9E-46C1-BF0E-339ED248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386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62,000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E7C50C-9985-4AC0-BA29-271739AC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stop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BB4A6E-3406-4AA7-B4C8-91C7B25F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05300"/>
            <a:ext cx="895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EB9C93-B3BA-444F-AAFF-6838D9EF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386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FF9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5FF9A"/>
                </a:solidFill>
                <a:latin typeface="Aptos"/>
                <a:ea typeface="Aptos"/>
                <a:cs typeface="Aptos"/>
              </a:rPr>
              <a:t>68,000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9CCB56-6676-4343-91FE-A0C10014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768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target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4B62B4-851A-4A30-BEBA-FC314EA6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05300"/>
            <a:ext cx="895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EC4793-B07D-4574-B0DD-38A3D1F2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2.00R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33D5E6-FD59-4E67-870F-17447657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768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R/R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3CEA7F-056A-4DB1-92F1-6110D0E1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8CDDE3-3D18-464C-A086-5A0439B3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Open saved plan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C5D788-BA26-472B-83A4-5D793E9F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Review checklist and saved levels.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76C74F-4A46-4EB5-B216-F5D89705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242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633E80-418A-496E-ADE0-6004D16D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C6F803-2AB2-4AB8-8471-0A141770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Journal after outcome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B878EA-AE33-4F55-9D63-0B579363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Record whether the rules were followed.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4900BA-80A7-4D53-AC5B-77A657FE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0DE662-F605-417B-9BC9-50BD9CC5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3B0B74-38B0-45D4-828C-74608526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72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Delete when not useful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106C5D-368C-4519-BD58-431CA2F2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Owner-checked cleanup removes plan + journal.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E4B1E9-244A-4415-BC5F-48977E15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EC6811-6492-425F-BBC8-AA40D3B3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19222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581D161-0F22-4F37-8495-C6704753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CA887-5819-479D-B38B-6F62CAD7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EA31B-0520-4F67-A166-FC4EC7A6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73981-2CBB-43F1-B9DE-286AF24D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5C23B-008A-454C-874D-2A1E0C7E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12097-AA7B-40E1-A446-46AA4C40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BE865-B981-4F62-A567-407071A4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4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A974C-2341-49D5-9B05-4F32D47E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6D814-992C-477A-9667-2181E49E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5240C-33C0-4C1B-9C16-9027102B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277DF-FFA2-4ED9-8344-7B829B70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136FC-ED4E-4638-87A3-916E6400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13F19-7890-4E86-A998-240A11F7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0DBDB-5C9A-4CF3-A057-6FB73085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14D4E-D4E6-4542-850C-7C7167F6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9183C-08AF-4DBC-96D0-4D8C6D34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F4A9A-3AA7-41B8-8A7F-160CF4BD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166DB-7F57-4712-94C2-5A410AEB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AB34B-CAF4-41B2-8EDC-C12F8F50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8028AA-AFBF-4BA4-A3BA-ACC94534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op-rule">
            <a:extLst xmlns:a="http://schemas.openxmlformats.org/drawingml/2006/main">
              <a:ext uri="{FF2B5EF4-FFF2-40B4-BE49-F238E27FC236}">
                <a16:creationId xmlns:a16="http://schemas.microsoft.com/office/drawing/2014/main" id="{23546FC9-6300-4508-84F9-B7D5CF77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0A42D0C9-F476-4AD8-9E02-D13D9BEF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A52BE9DA-BAE0-495E-A2F9-8D714509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3BAD9038-8731-42FA-9E61-5FF24C19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SAFETY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0DFD9-7637-4324-B274-30DFD0CF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Safety is encoded into the product boundary, not left as decoration.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888985-F0B1-414A-AE02-B6AC2906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Planifier can support learning and journaling without becoming an execution or leverage system.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9578FD-42E3-41E4-A4D1-F5B25F57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AFFA7-2076-45A1-88AC-2DB7F75B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89C26-4A21-4CA6-89CB-2108A0A4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FF9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5FF9A"/>
                </a:solidFill>
                <a:latin typeface="Aptos"/>
                <a:ea typeface="Aptos"/>
                <a:cs typeface="Aptos"/>
              </a:rPr>
              <a:t>Planifier may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57D2B2-9F8A-447D-B523-7D725CAB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Planifier must not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1AD6CD-509C-4A35-9CF2-472CE37F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+ explain chart 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2C9C80-9E85-496F-B3AD-4A0F30D7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DCC66E-7B2B-4A02-AD3B-B93C804F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43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+ generate educational plans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8999B3-03B6-4A4D-9430-62B5C4FA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4B8548-D6B8-4F4A-A731-607CC763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+ save levels and journals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C4EE6D-651F-4E47-B70B-FACF8C9F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5C40D9-B1F0-480F-9B1B-0465D12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+ use public market/news context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E038D6-54BB-4FBA-AAF5-C4EB60A8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707E76-1DA9-4717-82B1-743C688C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+ read sanitized FoxClaw context 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CF1B61-8825-4E49-9530-7CF99C87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C61434-8BF5-4DDE-AD51-183A7C6B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- execute trades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1B2EFC-0D82-44A6-ADA4-CF853647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7CD648-CD37-4C84-9FD2-C06F43C5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- approve live trades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3AAE42-6B95-46E3-827D-08EEAA3B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481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246C3D-750C-4570-BA14-DA961ACD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43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- set leverage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18C9FE-92E7-4EDB-8BBC-AB056CEF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481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49279D-3CF2-4DC8-A72D-64A38322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434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- move funds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1EA04A-D107-4A7C-A7B5-CF0A8816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F52A6F-94C2-4A48-A51D-2C0A3DF8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43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- treat context as authority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9A4EBD-993A-438E-B6D0-365F5C03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482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7CB066-63B9-4456-9E81-55C497D7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48350"/>
            <a:ext cx="923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Current model: fixed 1% practice risk, public OHLC, no execution authority, production fallback when local FoxClaw context is unavailable.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7F36F9-0C3D-44E4-8CA7-68E2F4AE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ABB264-0322-4233-8712-C968046A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40219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FB53EAC-507B-41DC-83B6-BECC4D3F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96A19-61E2-4D64-95C5-5150EEE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65817-289B-4772-BD33-DBE68347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ECAA9-F919-43C1-B635-60B12C14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5B474-D33E-4714-8459-37093DEF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23E89-4E1F-4786-8C72-C4B7E02E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FEF97-DFB5-48D6-A752-80DCF60F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4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18144-3C4C-4CCC-B7D3-AEA7D4CC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83C05-92D1-4E58-B46A-2718CA6B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060E8-FA17-444E-97A3-03D5D5A2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FC645-1E58-4D0A-B48E-4F9D9096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FB7D6-7982-4B0F-B481-B4D51DB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B9D01-DDC9-46BD-B33D-A18B2BA0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7B1F2-8809-4744-9E66-7BC1B5FD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0A259-FB9C-4A2F-A69D-C9EEC581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AA078-6D11-4320-A536-17B02B5E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28ACE-C0ED-4CC9-8965-ACC106BD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7ACA9-4328-4C35-B528-A77A8110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C17E1-1598-4C1D-80EE-872B24F2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05C19-A6B6-4810-88D2-8CD70E06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op-rule">
            <a:extLst xmlns:a="http://schemas.openxmlformats.org/drawingml/2006/main">
              <a:ext uri="{FF2B5EF4-FFF2-40B4-BE49-F238E27FC236}">
                <a16:creationId xmlns:a16="http://schemas.microsoft.com/office/drawing/2014/main" id="{4441F78C-CAC2-45DA-A691-4C8DD61C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9DF2E252-2958-41EE-BD60-9F44F451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A6444E55-AA64-40B5-B2B8-85D9294B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10223971-42C6-47E7-A7F1-EBA8B31A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USABILITY POLISH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EAEF0-3200-4FEB-B297-2629B6AE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last pass removed hidden friction around saving and returning.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EE65DD-DFA6-4054-8A6A-CCFD57A1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polish is practical: clearer states, direct links, stronger saved-plan cards, and safer cleanup.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CD3159-98D5-44A3-8795-CF84E76D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66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Before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2058A9-228B-4D61-A963-6AE9631F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66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After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17E1C-B5DD-4B95-975B-4580CEE3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Signed-out save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607E96-907D-49C1-A938-2FAA35C6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289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F58839-E875-4A75-894D-50DFB5F8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hidden 401 after click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2F7B18-00E8-4698-A09D-25054BAE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B29A8C-97CB-402B-9D71-BB93ADAB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622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Sign in to save CTA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83FDFA-7A81-42EC-9742-ABA88EF4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1CC7E1-4681-426E-B76A-470F217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DAC2C5-125A-4212-9EEA-984BC311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Chart links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82C036-BBB0-4995-862F-4D3168A7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C70A0E-8176-4493-9876-C7908332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/chart only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419D57-7ECF-4AE8-8211-55E47622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956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862786-035F-45A7-8377-CD1B78F2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2900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/chart?pair=ETH/USD&amp;timeframe=1h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1045C5-34D1-4590-BEDA-5F39C7D8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8879F0-B750-4ED5-B3D5-0FFB79D6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6F9759-6E78-4C1C-B14C-F5F6C0F7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Saved plans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B354BF-818F-436F-AD5B-91FC8072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624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A1F14A-212C-4B8D-AF0D-35E45088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generic strategy cards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3F1BB8-251C-45B9-BB6D-5588843C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624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366FBD-C068-431A-89CD-E559F50F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957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entry / stop / target / R:R visible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BE87B5-9078-459F-B1D4-D661650C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26F514-464A-42EF-8A10-A2BA6255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33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2C4DD1-C35E-427A-BAF4-67BBD779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Plan detail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73F7CB-269D-48E6-A76A-9645FBEC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291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C70322-8244-477D-B032-3ADCE4FF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plan text first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9E10EE-3762-4D6D-BDD9-0AF705D7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291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25A586-DE82-4C97-A071-7823A3B4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6250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saved chart levels first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FC820D-BD2B-48E1-AAD6-F5C9180F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6F9204-0647-4266-9081-7C9CC31E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8808FD-45A6-4698-AE62-C8328EAB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Cleanup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993FAA-A575-4180-96BF-0C94780D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9590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B552E46-BBB9-4847-82BE-F906E0BE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no delete route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F62AAB7-E245-493E-88F5-3E771021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959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588E28-151C-4A63-955C-C02494BF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292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owner-checked delete + journal cascade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8DF627-A69C-44C1-A558-B42B16D1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759415-C2E7-496A-BC79-7A6350B5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67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4A811C-5627-4DA9-BD75-9D810935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9EA5ABA-3FD0-40E4-BA2D-1898F468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975605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C9C5FA9-770A-4354-B2D5-754A2B14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1A216-89E8-4C35-9A35-9C58A22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595E7-7C69-454A-BEC9-25161FD8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43BE7-D55D-449F-A344-3DD7C2CA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2951C-8AB4-47D6-8384-DF3427E1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3A6FD-9C77-4494-8337-5D53B425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355AA-D05F-431B-850C-1FC2DEC3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4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703D9-184A-4E08-83D7-ECCD6C3A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C5CC7-1E7A-40B1-B943-EB6581E6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08BC8-04C0-40E5-ACA7-5338AF81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B5E98-8D23-4639-AF46-C3D7182A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05499-1584-4E94-AE53-158DAA50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81630-294B-465D-94E5-8D5074D6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CC2A3-5F2C-4ED5-84A8-ED37B8CB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2444F-9FB5-4984-9BA6-38547C2A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F4EBC-2004-41BA-9B48-57194408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B7701-A37E-41B1-9AC8-2873CFB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83D22-4C2B-4E0F-B8AD-AAC893E7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6F065-90D3-4806-8199-E1F10463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1852E-BD4F-4A05-AFF1-2B2CE0E6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op-rule">
            <a:extLst xmlns:a="http://schemas.openxmlformats.org/drawingml/2006/main">
              <a:ext uri="{FF2B5EF4-FFF2-40B4-BE49-F238E27FC236}">
                <a16:creationId xmlns:a16="http://schemas.microsoft.com/office/drawing/2014/main" id="{C67F2C80-52D1-4290-A48C-7CD46B68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7BEA923C-DF6D-4AF5-AD47-BBE134B4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203C08DE-5B65-400A-AC8C-CC79F0DA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16366EB1-02AD-463A-8182-9C95D6D0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VALIDATION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1E238-72D9-4208-AA0A-62785D4A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local build is validated enough to share internally.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11AEA2-0D84-472F-A847-42256929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current stack still needs commit/push, but the app-level checks are passing after the latest polish.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01813-8102-45AD-BB16-101C9086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411B8-B2A4-42C4-97CD-5BCA191E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FF9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5FF9A"/>
                </a:solidFill>
                <a:latin typeface="Aptos"/>
                <a:ea typeface="Aptos"/>
                <a:cs typeface="Aptos"/>
              </a:rPr>
              <a:t>typecheck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86C35-BC1F-4595-B1E8-89559E74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tsc --noEmit passed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FE7C35-7A7A-46DA-9D7D-0A29CFD2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152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8A76AE-BA41-42FA-B229-5915F477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5FF9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5FF9A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C9DDAD-FF6D-4623-9FD0-6FEDD53D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527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Vitest tests passed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AFB5F0-CD1F-4BEA-8E26-F9F6E825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5CD316-6612-4D24-952E-29529D6B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146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60C678-AF1E-4356-9033-2E25ED72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527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Next.js production build passed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7FE821-E99D-4747-8DB7-EC1F858D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2038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79A9FF-E3BD-4E5F-847F-7D744E82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146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37DA00-3093-4EFA-8A4A-5214A777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/chart deep link responded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6F7E9B-50B2-4680-BBDB-08CE97E8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A19091-D973-4E53-B320-D57D2924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401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83DCA6-82A9-4AD7-9497-C7BB09B1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unsigned save/delete protected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86BEE0-A219-4DD3-93B9-06E7B8EE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57600"/>
            <a:ext cx="5810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0A2793-F473-4930-B461-ABF59529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243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Remaining release step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4F2200-F3D0-4312-8939-9B099B98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8625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feature stack is local and validated, but not pushed to GitHub/Vercel. Commit intentionally, push main, then verify the deployed /chart and /plans flows.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5AC7DC-D2A7-4041-AB00-79329100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A61864-C9E8-4D0E-BCB1-6E06FD8E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439925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C2C9666-7C19-4A73-A5AC-387C44D9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F791C-F0BE-4AB0-B419-3AA72632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1425D-9189-47DC-8423-E01B7325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7584F-17BA-4015-B742-11A2FA3A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BE47D-D17E-4208-8677-A03B292D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09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8FD37-BB80-4A1D-A32E-D9E350AF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6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9D518-2A7A-4E18-BD1F-A1F2E2F2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4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1E362-8E2B-497E-BF68-2EFF59F7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67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93C7E-F507-4FB1-B4ED-D5CBC16B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8B6B0-EE67-4AF2-B8A8-40FED1C3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72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379E8-3E64-43CB-892F-91526E41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ADD1D-0DB0-46AC-9D12-BB09086A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76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FCFDF-7335-43E8-8F3A-A10BFD61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30630-502E-422A-9ADC-C4499B9A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9F5D9-4D39-4645-843E-CECEF006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AD3E0-A1B3-450B-890F-02592D12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CDDF5-7FA8-4BC7-99BE-99D4EFC5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6C0B2-4873-4434-9296-CF8B3495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B26C0-D13C-4F3F-8150-BA6727AC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838CE-67D7-40B4-8DB6-9D2EF2CB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op-rule">
            <a:extLst xmlns:a="http://schemas.openxmlformats.org/drawingml/2006/main">
              <a:ext uri="{FF2B5EF4-FFF2-40B4-BE49-F238E27FC236}">
                <a16:creationId xmlns:a16="http://schemas.microsoft.com/office/drawing/2014/main" id="{88A02EAD-7BAE-4063-8B51-4BD2A268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F5B8A92E-53D7-4FD0-A57D-B2FE9C46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C9DBECF2-1438-4082-B061-FCD14BE6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4468CC9B-9BCC-4FB8-BCE0-247DDA7D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NEXT BUILD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C2289A-AF4E-40EB-A7E9-9FBD0404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next roadmap should deepen practice, not add signal noise.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D2F2C-191B-4766-9097-560A8976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paid-user direction is strongest when saved plans become a review library and coaching surface.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6A503C-E229-4DF4-8E90-310720F8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D6A8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03DA3-DB6A-44FB-8EB7-61580127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68D7D4-B4AF-4F46-9A37-A30BA7BB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098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Reload saved levels into chart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0C3700-0B44-4844-8780-6D5DB2DA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3365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Complete the edit loop: saved plan -&gt; chart -&gt; adjust -&gt; save revision.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05087D-F0F8-4D7B-AD0C-0F0971B2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8549D-9EDE-49D0-A561-45CA1804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35FF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569412-35CF-4720-A9BB-15F668D4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05A291-82E8-41C9-BE77-D6A3032A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908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Cloud practice journal filters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C8C876-B195-4AD4-8877-204DFFEB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1470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Filter by pair, timeframe, R/R, outcome, rule-following, and mistakes.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2F30E2-A4D2-4BCC-A63C-3796F039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D92A23-0DD9-4B30-A55B-0F87C58B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C46A2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8F1C0A-57DB-494A-A817-CD84D27E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B2054C-C111-4906-829B-76C11EF6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719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Indicator lesson cards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5F2DDB-1DA8-468F-8292-2CC23C9B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9575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Every indicator explains what it measures, ignores, fails at, and confirms against.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BF684D-BB3B-4D96-8116-23FC6446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9FE0C7-5E12-4143-8503-30FF8460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754395-9298-4B12-A2AB-460785A0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F6D232-AF5C-4DA0-A871-BE83D746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529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Historical drill mode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59C904-F035-4622-A047-2B9528A0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7680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Turn strong-body / rejection examples into repeatable practice drills.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B3F4C6-BBF8-4BC8-8322-C9D3D1E8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335BDF-B0B3-4DC5-9CF5-602408A7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19050">
            <a:solidFill>
              <a:srgbClr val="6F8F7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7F5354-8016-4927-9DE7-B2EC869A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02C04E-1CD7-4AF0-ACF8-A5FC0126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340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WebSocket candle upgrade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5B875F-31A5-461B-8CEE-4787928A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5785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Improve freshness after the learning workflow is stable.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ECA725-870E-44A7-8EC4-D40DE398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436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8FEBF7-B325-4BC6-B8E6-7DFA0F4A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0D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0E6EE7-7DCD-426F-BC0C-671A9124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05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Paid-user wedge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E28774-B101-46B9-ACE8-638D33A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Saved trades matter when they reveal patterns under pressure.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B7A0E6-DDE4-4F70-89FB-BAD7D42C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910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durable moat is self-awareness plus structure.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53B970-1912-40D5-B4EA-B175D797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PLANIFIER / educational paper-planning only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14501C-7C93-455E-8798-84BFB7D1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2984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2026-06-05T06:56:35.5310000Z</dcterms:created>
  <dcterms:modified xsi:type="dcterms:W3CDTF">2026-06-05T06:56:35.5310000Z</dcterms:modified>
</coreProperties>
</file>