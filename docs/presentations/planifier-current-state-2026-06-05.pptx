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941843fa54991" /><Relationship Type="http://schemas.openxmlformats.org/officeDocument/2006/relationships/extended-properties" Target="/docProps/app.xml" Id="R558784f26a3244f1" /><Relationship Type="http://schemas.openxmlformats.org/officeDocument/2006/relationships/officeDocument" Target="/ppt/presentation.xml" Id="R5a052262502a4c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d73a4223544e7c"/>
  </p:sldMasterIdLst>
  <p:notesMasterIdLst>
    <p:notesMasterId xmlns:r="http://schemas.openxmlformats.org/officeDocument/2006/relationships" r:id="Rd5652e95d6cb4eb8"/>
  </p:notesMasterIdLst>
  <p:sldIdLst>
    <p:sldId xmlns:r="http://schemas.openxmlformats.org/officeDocument/2006/relationships" id="256" r:id="R57004e2400c94417"/>
    <p:sldId xmlns:r="http://schemas.openxmlformats.org/officeDocument/2006/relationships" id="257" r:id="R659e32275d8d4ad7"/>
    <p:sldId xmlns:r="http://schemas.openxmlformats.org/officeDocument/2006/relationships" id="258" r:id="R315064c8d368424d"/>
    <p:sldId xmlns:r="http://schemas.openxmlformats.org/officeDocument/2006/relationships" id="259" r:id="R5f0d342c60f74ef1"/>
    <p:sldId xmlns:r="http://schemas.openxmlformats.org/officeDocument/2006/relationships" id="260" r:id="R5d5c47f18ab844ff"/>
    <p:sldId xmlns:r="http://schemas.openxmlformats.org/officeDocument/2006/relationships" id="261" r:id="R562ac1e4a1224293"/>
    <p:sldId xmlns:r="http://schemas.openxmlformats.org/officeDocument/2006/relationships" id="262" r:id="R6418f1b0ed724a7c"/>
    <p:sldId xmlns:r="http://schemas.openxmlformats.org/officeDocument/2006/relationships" id="263" r:id="R4ae6ca6bf1224329"/>
    <p:sldId xmlns:r="http://schemas.openxmlformats.org/officeDocument/2006/relationships" id="264" r:id="R8f284b0092424f47"/>
    <p:sldId xmlns:r="http://schemas.openxmlformats.org/officeDocument/2006/relationships" id="265" r:id="Rdee7391ed53a4610"/>
    <p:sldId xmlns:r="http://schemas.openxmlformats.org/officeDocument/2006/relationships" id="266" r:id="R5e3a964e3aa948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73a4223544e7c" /><Relationship Type="http://schemas.openxmlformats.org/officeDocument/2006/relationships/theme" Target="/ppt/theme/theme1.xml" Id="R7bccee4ea90f46c5" /><Relationship Type="http://schemas.openxmlformats.org/officeDocument/2006/relationships/notesMaster" Target="/ppt/notesMasters/notesMaster1.xml" Id="Rd5652e95d6cb4eb8" /><Relationship Type="http://schemas.openxmlformats.org/officeDocument/2006/relationships/presProps" Target="/ppt/presProps.xml" Id="R33a95c3053814aad" /><Relationship Type="http://schemas.openxmlformats.org/officeDocument/2006/relationships/viewProps" Target="/ppt/viewProps.xml" Id="R1fcf321d481c4d40" /><Relationship Type="http://schemas.openxmlformats.org/officeDocument/2006/relationships/tableStyles" Target="/ppt/tableStyles.xml" Id="R1535574d932a47c2" /><Relationship Type="http://schemas.openxmlformats.org/officeDocument/2006/relationships/slide" Target="/ppt/slides/slide1.xml" Id="R57004e2400c94417" /><Relationship Type="http://schemas.openxmlformats.org/officeDocument/2006/relationships/slide" Target="/ppt/slides/slide2.xml" Id="R659e32275d8d4ad7" /><Relationship Type="http://schemas.openxmlformats.org/officeDocument/2006/relationships/slide" Target="/ppt/slides/slide3.xml" Id="R315064c8d368424d" /><Relationship Type="http://schemas.openxmlformats.org/officeDocument/2006/relationships/slide" Target="/ppt/slides/slide4.xml" Id="R5f0d342c60f74ef1" /><Relationship Type="http://schemas.openxmlformats.org/officeDocument/2006/relationships/slide" Target="/ppt/slides/slide5.xml" Id="R5d5c47f18ab844ff" /><Relationship Type="http://schemas.openxmlformats.org/officeDocument/2006/relationships/slide" Target="/ppt/slides/slide6.xml" Id="R562ac1e4a1224293" /><Relationship Type="http://schemas.openxmlformats.org/officeDocument/2006/relationships/slide" Target="/ppt/slides/slide7.xml" Id="R6418f1b0ed724a7c" /><Relationship Type="http://schemas.openxmlformats.org/officeDocument/2006/relationships/slide" Target="/ppt/slides/slide8.xml" Id="R4ae6ca6bf1224329" /><Relationship Type="http://schemas.openxmlformats.org/officeDocument/2006/relationships/slide" Target="/ppt/slides/slide9.xml" Id="R8f284b0092424f47" /><Relationship Type="http://schemas.openxmlformats.org/officeDocument/2006/relationships/slide" Target="/ppt/slides/slide10.xml" Id="Rdee7391ed53a4610" /><Relationship Type="http://schemas.openxmlformats.org/officeDocument/2006/relationships/slide" Target="/ppt/slides/slide11.xml" Id="R5e3a964e3aa9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5e1f4a07664f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a847e42b8409c" /><Relationship Type="http://schemas.openxmlformats.org/officeDocument/2006/relationships/notesMaster" Target="/ppt/notesMasters/notesMaster1.xml" Id="Rb33e6b544dad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e3999c9c746b1" /><Relationship Type="http://schemas.openxmlformats.org/officeDocument/2006/relationships/notesMaster" Target="/ppt/notesMasters/notesMaster1.xml" Id="R1555ec822eb847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71fa4e71cf4255" /><Relationship Type="http://schemas.openxmlformats.org/officeDocument/2006/relationships/notesMaster" Target="/ppt/notesMasters/notesMaster1.xml" Id="R280c5b3f643f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e991cac70741d6" /><Relationship Type="http://schemas.openxmlformats.org/officeDocument/2006/relationships/notesMaster" Target="/ppt/notesMasters/notesMaster1.xml" Id="R1e8a6a58dd98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75beb738604376" /><Relationship Type="http://schemas.openxmlformats.org/officeDocument/2006/relationships/notesMaster" Target="/ppt/notesMasters/notesMaster1.xml" Id="R2748ba0ee7a748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077004f5b54741" /><Relationship Type="http://schemas.openxmlformats.org/officeDocument/2006/relationships/notesMaster" Target="/ppt/notesMasters/notesMaster1.xml" Id="R18dcb273b3fd46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7cc874ffd7405b" /><Relationship Type="http://schemas.openxmlformats.org/officeDocument/2006/relationships/notesMaster" Target="/ppt/notesMasters/notesMaster1.xml" Id="Refabcb5e67bd4f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4661278c7643e8" /><Relationship Type="http://schemas.openxmlformats.org/officeDocument/2006/relationships/notesMaster" Target="/ppt/notesMasters/notesMaster1.xml" Id="Rc42f96436ce7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bba9b1c031423b" /><Relationship Type="http://schemas.openxmlformats.org/officeDocument/2006/relationships/notesMaster" Target="/ppt/notesMasters/notesMaster1.xml" Id="R4ae1bf6bdbc949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275ca6adfc48ff" /><Relationship Type="http://schemas.openxmlformats.org/officeDocument/2006/relationships/notesMaster" Target="/ppt/notesMasters/notesMaster1.xml" Id="R4db70cd9a2dd49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621e765f3a43c5" /><Relationship Type="http://schemas.openxmlformats.org/officeDocument/2006/relationships/notesMaster" Target="/ppt/notesMasters/notesMaster1.xml" Id="R0d0f1ec0bf17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761604e724a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8cd5ded4274e3d" /><Relationship Type="http://schemas.openxmlformats.org/officeDocument/2006/relationships/slideLayout" Target="/ppt/slideLayouts/slideLayout2.xml" Id="R16c014b8aa3f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014b8aa3f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eea67faf284e5b" /><Relationship Type="http://schemas.openxmlformats.org/officeDocument/2006/relationships/notesSlide" Target="/ppt/notesSlides/notesSlide1.xml" Id="Rd798b4c38c07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306fd01844b2a" /><Relationship Type="http://schemas.openxmlformats.org/officeDocument/2006/relationships/notesSlide" Target="/ppt/notesSlides/notesSlide2.xml" Id="Re0d7ebcfad1349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18cb8306d24569" /><Relationship Type="http://schemas.openxmlformats.org/officeDocument/2006/relationships/notesSlide" Target="/ppt/notesSlides/notesSlide3.xml" Id="Re02aaf4f618b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22b316e8fe4646" /><Relationship Type="http://schemas.openxmlformats.org/officeDocument/2006/relationships/notesSlide" Target="/ppt/notesSlides/notesSlide4.xml" Id="Ra4f46aa19bfc42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5b271733a4320" /><Relationship Type="http://schemas.openxmlformats.org/officeDocument/2006/relationships/notesSlide" Target="/ppt/notesSlides/notesSlide5.xml" Id="R97eebaabb4854c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e15bef29034734" /><Relationship Type="http://schemas.openxmlformats.org/officeDocument/2006/relationships/notesSlide" Target="/ppt/notesSlides/notesSlide6.xml" Id="R61846c13f90f47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bf0f84d7494faa" /><Relationship Type="http://schemas.openxmlformats.org/officeDocument/2006/relationships/notesSlide" Target="/ppt/notesSlides/notesSlide7.xml" Id="R4aefea84060444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0a4bf778a428e" /><Relationship Type="http://schemas.openxmlformats.org/officeDocument/2006/relationships/notesSlide" Target="/ppt/notesSlides/notesSlide8.xml" Id="R05dcc871d63e4c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f45a2a630c4392" /><Relationship Type="http://schemas.openxmlformats.org/officeDocument/2006/relationships/notesSlide" Target="/ppt/notesSlides/notesSlide9.xml" Id="R98a6039908c9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07d50333e4f2a" /><Relationship Type="http://schemas.openxmlformats.org/officeDocument/2006/relationships/notesSlide" Target="/ppt/notesSlides/notesSlide10.xml" Id="R3b10f51ec5d94a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b9e4a7b4534d5e" /><Relationship Type="http://schemas.openxmlformats.org/officeDocument/2006/relationships/notesSlide" Target="/ppt/notesSlides/notesSlide11.xml" Id="Rd744bdb89f2e4b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49A659-B9FE-4BE3-B182-96E52E36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44609-24E3-47B7-A98B-A1B13348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36A4E-1763-4DEA-BA15-DA37B809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529F7-2D51-4EA6-B4AA-D4D2DF8C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B9A70-0007-4A94-BC30-C580F9F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PRODUCT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63839-EB92-4894-B48C-504364DF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48AF9-3CC0-48A7-A9CF-6A8827A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Planifier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ECB62-ECB6-4E2D-8A95-6630CE74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 chart-first learning workspace for paper-trade planning.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F9DAA-CE56-4F3B-B688-DEFA7565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594F8-472B-4D7C-8E48-03F2C02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09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Current local build: beginner mode, TradingView-lite practice chart, grouped market selector, charting basics, saved practice trades, historical examples, and Still Learning explanations.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F2A19-0473-4970-8B72-9CEBACB7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D83AA-5B25-4831-A01B-2911EB5C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706D3-95BC-42F1-994F-B5A6B0AC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TESTS PASSING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80851-3A1E-4B7D-90ED-85E476C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expanded coverage after pair and chart basics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ADD5D-2D61-4654-BBBC-26F0337A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731C8-C23C-44E6-A03F-0357A88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33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PAPER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63AFC-1A58-4C7C-91DE-53CB800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768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AUTHORITY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ED4A6-070E-4C94-A137-942E2E9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67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 and practice only; no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B2935-0CCE-4CAE-AF1B-0B4078B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530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D5F50-916E-4631-8D5E-0733B1DE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33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61DC3-4946-43CA-9D4B-E0FD1808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768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DEPLOY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91544-ACA5-4AD7-B433-1E5E38F0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67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not committed or pushed yet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F5314-D32D-4687-AEC4-40A4E541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219200"/>
            <a:ext cx="3905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705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21D9C-20A7-45F8-8BB8-14D4BA90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431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93EEB-44B4-480D-B4B4-406D51AE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670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BB4FA-5FB3-41FF-A9F1-2C6F43D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909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7F8A8-F8BD-40FE-A8F5-F0865FAE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696F6-B607-4386-84D7-2319119F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371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AAAA7B-DB1E-40FE-B539-2476A0A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513" y="1371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09BFE-4F22-452A-9A20-B99E3DBE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71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EF4AC-5135-4BF1-BC4D-E4246651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1371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AD935A-A249-4C76-A43B-5B66AA9F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371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7F60D-71CF-4A8F-A16E-BA9011D8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6789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1C6AA-3158-409C-9332-ED00D26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82190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AE3D2E-C48C-4B96-96FF-C69AAC1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F1CFB-40EF-4C41-8E72-43888DCF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3261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29F70-4686-497E-B3A7-2F13C895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4691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313F8-6AC4-4878-B3A6-97ECBCE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7F009-538E-4634-AE27-EBF85FF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811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A571A-D247-4034-9115-0C197BB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695450"/>
            <a:ext cx="104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A7EB9-7C88-4700-82BC-3CA2B4D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9084EE-ECF2-4824-8D8C-E5B7FF21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6974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E93FF4-5ABD-4D15-BDE6-C2B304C5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4045"/>
            <a:ext cx="1047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D9DF2-4D64-44D9-8F7D-6EC6FCA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67175"/>
            <a:ext cx="9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847473-6CF6-4644-B8C3-7DB16989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4216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5A179-3995-461C-8956-CB5747FF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56460"/>
            <a:ext cx="104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3205EB-87D5-41D6-A230-E50F354E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16D8AF-98C3-4E79-93D8-CF2E0BE1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5171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2FDB2B-B508-4C17-AB51-35344636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6010"/>
            <a:ext cx="104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08E0AF-284A-462C-BD04-AE039944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955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EA05C3-98BF-4785-A598-D89445BC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002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C0CCE5-E4FA-4805-B0A0-36F4AED1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14550"/>
            <a:ext cx="104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F2DD2C-52F6-404F-A9B1-2882C7B0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1F63B4-C201-48B4-A21B-27F6702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6497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9FC7EC-C989-4688-8268-E420895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7927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4B414F-9967-4044-BB3C-79C9CF7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95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2EA57C-7EFD-42B3-9AF8-169ACE3C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3924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F21B64-E09A-42CC-A5BB-45F6F5FD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5354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2C900D-AEA7-4CC9-B553-5798461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58B6A4-4331-482A-87B7-115AEF7A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2783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322C80-0A46-4C43-8E66-0D0B369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42135"/>
            <a:ext cx="1047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5DDB60-E949-4578-B613-AD11E50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48125"/>
            <a:ext cx="9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0DA64A-58C1-4A5A-9142-3458B575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2120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A0D119-EC4B-40A5-A066-38B89F33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35505"/>
            <a:ext cx="104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6F266A-88AB-48A5-9F64-C94D8E88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14775"/>
            <a:ext cx="95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C72197-A689-4463-8AE4-A66847B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8884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00F7D6-65C4-4521-BFBB-9257EF2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314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7EBFB8-0CFE-421A-9C45-F253D9E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90975"/>
            <a:ext cx="9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23A09E-29CB-43AF-8927-215BAD1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1643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DA95B7-D9AA-4E84-9628-3DAD110A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30730"/>
            <a:ext cx="104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82F478-4D81-4502-91C7-709D912C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A77391-FB90-4D94-A718-027F403B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0210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C6AB23-8271-4C7D-8A1C-7E64F74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6405"/>
            <a:ext cx="1047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0B0BCC-2D39-4B49-96A0-BA40584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90975"/>
            <a:ext cx="9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6D2AFC-D283-411D-8B0B-2D0CDD1B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5542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5BCBD4-EE77-4DD3-A5C9-B4191CA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569720"/>
            <a:ext cx="1047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1D0DB8-0853-4ADB-A5F9-848AD89B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C59C85-C041-45DC-B8FA-C35E4FF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2306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236C63-5D24-414E-B42B-0B187F8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3736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2FF89A9-412B-42D9-BC47-026F5B9B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22F5516-BB71-4A01-A505-49E686B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5356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0E0B5E-AF6D-4541-8FC5-6092A54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96786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174E37-C045-4F01-9E8F-8697DBF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05275"/>
            <a:ext cx="95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5EF80AC-A6F2-4EC6-A82C-2243A687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8407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507709-C717-44DC-9799-05B3633B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8370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84990BC-652D-46CF-B3CF-0E1503F0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433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F22034-FA79-4C4E-9086-0DC56AC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23075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8757059-F11F-4A93-BB41-760D3E98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45055"/>
            <a:ext cx="1047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4300684-3AF6-42D5-920A-834D6F4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0025"/>
            <a:ext cx="9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CD0D11-BD68-4394-8FAC-D2AC2A06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5834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9B69A1-265D-4930-B302-30F83A7D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72640"/>
            <a:ext cx="104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EE03F5-B63A-47FB-9845-460B523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8620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4D9B40-AF25-4887-B5BA-F81BD325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72783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060AF3C-6B08-42CA-B144-C6B3F078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84213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D5D95A-8ACC-4E1D-A106-E326498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48125"/>
            <a:ext cx="9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3E830B-C5FE-4318-9BDB-502E3D40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56019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56E501A-207E-474F-BD2E-E16230A3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67449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4D62C6-8514-4B3A-B77E-3CD7823B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971925"/>
            <a:ext cx="95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AF7126-9B11-413A-BFF9-67644512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321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E955C3-EB92-4B46-A43A-C72570B1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752850"/>
            <a:ext cx="321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5FF8FD-DABB-4482-A8E3-27DACA7E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76700"/>
            <a:ext cx="321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F8626F4-C0B5-4B29-A6F9-F38AB134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480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Current price 96.80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28FDAB-9FE7-44E8-A271-F41D94D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product is moving from chat-first guidance to chart-first practice.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36A4ECA-F858-4540-A006-9AB62F4B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Planifier current-state deck | built from local repo artifacts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A623216-75E2-44F5-801A-EA4DC9B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52496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A6E55-A30E-4F65-AA31-F76B900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E5F5-1F30-4FA1-8A1A-B6524444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8AA2C-3E1B-442A-9488-F1C1257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01057-8D78-4F4F-A2B9-C5D708CD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2EA7E-DBCC-42B0-9A9E-4A443147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2611C-84D1-4511-9ACB-A9DF9813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8033A-3541-4033-AC00-D76A8AAA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CORE PROMISE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7F596-B176-44F4-A113-BB157E0F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Planifier teaches the process before it asks for a prediction.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4780D-C9FC-4B81-8C6B-85499AE4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learner should always know what to look at, what would confirm it, and what would make the idea wrong.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CA30B-ECB2-46D8-8930-BEA518B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118EE-1CC6-4A45-BE85-8ABBBEF1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490A2-B692-4D8E-AB9B-840D0C8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2CB84-E0FB-4A3A-8810-3FAAB3F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27F45-DAE9-4FC5-ABE5-C5DEE303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5B4D7-7AB2-4430-A8CC-18C344D8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0F3AF-DBAE-416C-93C1-F7118AC1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D4857-D432-4239-90CF-EDA264C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D39BC-5889-4A90-9C26-FBDC114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CF03F-5EF2-431F-B6B7-46453C6F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95C34-249B-4DA1-8543-F3821FD5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0FA1E-FEA6-477A-B0B2-F9E43D7A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385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Journal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22395-B6ED-45F4-95BB-B0A3B535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433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D63F6-A66B-4B16-A9A4-D696EC8C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78370-2BF5-40F7-8E5D-C753118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2A647-D318-4348-9746-9E05F55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1189E-5364-4FC4-9E63-3FE36048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679EC-6D74-416C-B83A-5E52FEA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CF549-BC16-4A80-9DD8-A2060CDC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55EFA-D0CC-4FE1-B0B9-9D8021FE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1F3DFF-32C9-4BEA-84E5-12E995D0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64293-5E78-488C-AAAE-7FC240D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Helps users describe chart context, define support/resistance/wrong-if levels, build educational paper plans, save practice ideas, and review what happened.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BBB568-1F3F-475C-A382-06ACA2AA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958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818C4-5F29-4285-8A5D-B439F6A6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9580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8C316E-EEE5-4A0A-BB0B-D99FDC59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291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WHAT IT AVOIDS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AC35CB-3152-4212-A0A0-C8D07CAD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149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No live trade approval, no leverage, no fund movement, no color-coded buy/sell commands, and no FoxClaw or Redshift authority blending.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31630E-D65C-4B26-A335-CE1DF78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76FA7-3E62-47CD-BE46-623E2519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38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18E931-F1F5-42D5-80EA-342E6D71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WHY THIS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0E5BD7-8204-42D4-A9C7-7EB51DEB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14900"/>
            <a:ext cx="3314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The app is for skill formation. The trader is the variable, so the product scaffolds patience, self-awareness, and repeatable setup review instead of selling one universal strategy.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24B7EF-E67B-4B06-A8FD-95C8CE2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95800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DE2424-B715-464E-A6E3-0BBF49B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958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Educational and paper-trading planning only.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76D60B-D6EB-4913-879A-4AE051CF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9A6DD5-69EA-4054-970E-FE303594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83142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0C60E-DDC1-4B16-BCD0-F4E6E8BA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04474-2DA0-4DCF-A210-A3E7564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CBB76-26BF-4762-8FB9-13002268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84534-EC9A-4059-9859-3C97C735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878EF-498F-4774-A6F1-2089E772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WORKSPACE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D5EA1-70E3-4FC4-90E8-2635B975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C4C7A-236D-4B43-8E26-1255F798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BEGINNER MODE NOW HAS A VISIBLE PATH FROM CHART CHOICE TO JOURNAL.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AEB0F-EAEC-4636-A238-11E8AE92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flow is intentionally slow: pick one chart, read it, map levels, build the plan, then save and review the practice rep.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B355F-5231-4A9D-ADDB-72C5819A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0EA08-2530-4B4A-8C5C-7216617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4397E-E84F-4B44-8060-51FAE29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A46A6-CB1C-4642-AEFA-B5FFC310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337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4CE9E-02C7-4C3F-BB6B-976F7E85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market, timeframe,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80586-BCEB-479C-AA58-4CD14271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43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9D0EE-14D8-4C28-ABF1-59615DD2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AFE6B-A4E1-4777-9DE5-39A153E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8F16F-2EFE-4202-844E-E4E02D6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99C26-63A3-4A28-BD93-6C29B4A5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337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46972-3161-4DFC-BD09-3BFC590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support, resistance, invalidation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CFBFE-4D7C-4F15-9643-4F6155A1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73F14-EEAD-49A1-8165-C1FF6BE7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30B0E-4A4B-4B46-851B-90FDAC36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0A778-5B23-4CD9-B2A4-60BE7F1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3766A-FADF-41D9-989F-882855F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337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9906F-3341-4C3A-B49D-07740CB6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386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trend, location, 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78946-7968-4D3C-856C-384E7F9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CAEBE-921B-4CB1-8C6D-507B5DB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29A82-5E0A-476E-A03D-F643021E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FC672-E92C-4ED3-BE28-C65ABD0F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D4C31-524C-4CE5-BD5B-EBB9B85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337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3A6ABC-6315-49FC-939F-C0462C71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structured paper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74C50C-8807-4E8B-A755-CE49B91B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43BDDA-1397-4EB1-A705-E1B42AB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9B77F3-925B-4818-8E15-E14DBB7F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EEE88B-36C1-474D-9DC6-2617265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F8934C-823E-4AE4-8C39-C2FF1638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337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Save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D03752-C025-40EE-97C0-8E326830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386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practice trade and journal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30E807-FF01-4E98-9C75-25B0F37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Beginner walkthrough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CE0AC6-1BC6-47D1-A274-01BCC5A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Minimum checklist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638C9-6061-49EC-BBA6-17CE77F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19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Chart-first workspace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30E958-DB58-476A-8EA4-5ED7517B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D6A84F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Historical examples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670385-9881-4055-9CD9-D95D41C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F2BFB-D156-4E3E-A292-A4E3E8C1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01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CF8AF5-3076-4897-8F3E-8DC0E31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DESIGN SHIFT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842CCD-A8A8-46F6-A12F-0B028C90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Chat moves lower. The chart now carries the main learning task.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1A9C04-2845-4588-8DDD-090FCA84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323A69-0DB8-4846-84FA-D83603F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2659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D27CC-CE05-4C20-A4C5-44D7BD22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D7D14-1C42-41DC-9047-B2B75C18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A4BE1-5C54-4DE1-A39D-7FBA8E9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9A08B-C3D6-422E-BA3D-CA1AB54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0E8AF-D23E-4B76-BCC7-B91B9F34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CHART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07D86-201B-48FA-B886-BCCC447A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B6B35-6073-4049-AD7A-1EE6CFD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THE CHART NOW FEELS CLOSER TO TRADINGVIEW, BUT STAYS SIMPLE ENOUGH TO TEACH.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A330E-063B-4268-A936-70FEDFF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current chart is generated practice data, not live price execution. Its job is to teach chart reading and plan construction.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18231-7960-4671-8FF6-C1F400F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53340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0705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A0E1E-614D-4C15-B613-DA70C5A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042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E5E41-51F4-49F1-A8AC-A9AEDB7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764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CB76B-5D08-4DB1-9160-24D1DF0F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486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E2072-16E5-479D-BCA4-3A7FD461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2080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33972-4219-4C61-99C5-9467AD6A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E7435-9BB8-4A56-B21D-DE09324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9560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47DC7-32FE-45EA-9BF2-4ABBA9C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2DDF2-5086-40EB-B290-F5842084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9560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BFA77-2F6A-4CCB-90DD-964F0674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95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07FE6-8880-4BBA-AE59-CBE2874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189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62D72-575E-42DC-8800-09F3FEEE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6190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12D96-6092-4456-81C0-E79167A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720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7E5B4-DC4F-4484-928F-D4FDD1A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68" y="335661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A6C00-464A-4142-93BE-8B58CBC1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568" y="347091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F9E9A-9245-4B3C-9B49-1F9A454D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93" y="50863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AF6A9-9926-421D-B933-2583605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486" y="31051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F2AC4-D5BA-41C7-BE6E-B09E79C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386" y="3219450"/>
            <a:ext cx="104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C9FD4-ED8F-4276-9C15-D001C8CC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911" y="49720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01748-1408-4943-80CE-8266834C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305" y="329374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F0116-B2D9-4E9B-AC28-2160E36E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205" y="3408045"/>
            <a:ext cx="1047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CE4C5-1302-4AA6-A329-EED07E8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730" y="5057775"/>
            <a:ext cx="9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0224E-2BE3-4A44-A912-BDF50E4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123" y="356616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4CA8F-149D-45F2-BEAA-5FDC75A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023" y="3680460"/>
            <a:ext cx="104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463071-CD57-4925-9547-6BA1DB37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548" y="491490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6906F-9988-456E-869D-D68E6AD3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941" y="377571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8DEC60-A79E-4CD6-89CD-82932A05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841" y="3890010"/>
            <a:ext cx="104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21DDFE-744A-431D-8AF0-0E673ABC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366" y="501015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1DD898-0CAA-4B9C-BCD2-B98E390C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759" y="35242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AC438E-F058-496F-9AB3-6227D20B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659" y="3638550"/>
            <a:ext cx="104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9C96C7-516B-4564-B6FB-1EAE602F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184" y="489585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13A80-A52C-493B-B86F-2789B33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577" y="318897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E6948A-D43E-4541-8557-D3A05B02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77" y="3303270"/>
            <a:ext cx="10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535BF0-5E24-40C5-A03C-FF4A7B8B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002" y="50101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813761-A6B1-45E9-85A0-F5E8DE81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395" y="306324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DD691F-776E-41BA-8369-8DBF3E07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295" y="317754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A3C096-813E-4FEC-B343-7BF7B383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820" y="4953000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FCA16C-3208-40CB-9706-4F091F7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214" y="325183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DFE4D5-FBB7-400D-82F6-E31FCB5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114" y="3366135"/>
            <a:ext cx="1047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BABEDF-E0AD-4F66-9F14-C6D1A192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639" y="5038725"/>
            <a:ext cx="9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2E3323-B603-48B4-9027-D8E4529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32" y="354520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6ED75-7410-4C99-A813-9CAA618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932" y="3659505"/>
            <a:ext cx="104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B09210-AB5B-4BBA-B057-4C9D02F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457" y="4905375"/>
            <a:ext cx="95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D0961D-FB84-49F7-9665-C8F81FB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284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649F35-E5D1-4F18-A014-15A71B8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714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1AEBF6-58D3-4B5D-9BE2-CAECAF7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981575"/>
            <a:ext cx="9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664E9C-CE4B-458C-BE70-C7BC83D4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668" y="344043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86389D-2E22-4BBD-82C8-C82D3AA6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568" y="3554730"/>
            <a:ext cx="104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9C893F-2241-4F0D-A425-FD759D1D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093" y="485775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8AA479-1E8C-4E36-B1C4-585642E3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486" y="312610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1761B8-E7C1-42B2-B6FE-6B5150F9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386" y="3240405"/>
            <a:ext cx="1047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FE1CBB-70E9-44D5-9713-A6B5E413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1" y="4981575"/>
            <a:ext cx="9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8941EA-EC5A-4A29-B1CB-4BF1E443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305" y="297942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71EBCF-19B1-4A88-AB97-8E0DA3F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205" y="3093720"/>
            <a:ext cx="1047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45C858-8735-46BE-B6CE-FE993CD0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730" y="491490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65E810-A049-46DC-BAAE-562AD4C2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123" y="314706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A60500-C12A-43A4-BB9C-C8909F66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023" y="326136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589094-89C0-49BE-9DCC-09B23A13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48" y="4991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159862-1243-43FF-AC86-6F935F2F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941" y="337756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5E7986-EEFB-473B-AF2E-0168F54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841" y="349186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E1D2E2-109F-4C8D-A468-26F70D6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366" y="5095875"/>
            <a:ext cx="95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06D682-9E7D-4496-8A60-638BCF28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759" y="360807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532D56-FF1C-4DDA-8D7F-AACA8683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659" y="3722370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CD53EB-7597-4A9C-B807-CAF86202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184" y="49339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4F1216-D361-466A-B8A9-E36E335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577" y="375475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97028C-99A4-43C0-91F7-CD99CC49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477" y="3869055"/>
            <a:ext cx="1047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14DF7E1-0B86-40E5-9FF2-162251C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002" y="5000625"/>
            <a:ext cx="9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92F42A-EFD2-4FBD-AD4A-D1407EE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395" y="348234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4E12D2-D2FD-4F48-8D90-B27814D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295" y="3596640"/>
            <a:ext cx="1047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26D894-8924-4437-82FD-E1C37620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820" y="487680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FCAD21-C211-43EE-A7BC-7B6680C3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214" y="325183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AC274BD-2AE8-4E99-9436-50FF058D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114" y="3366135"/>
            <a:ext cx="1047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CC0406-D791-40A3-929D-2D4F031C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639" y="5038725"/>
            <a:ext cx="95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F891F1-B1AF-4947-A54B-3C6E1EEE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032" y="308419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991A043-BFE5-4E90-94B1-26102B59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932" y="319849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532462-9EEC-4B14-B56B-C577A7F4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457" y="4962525"/>
            <a:ext cx="95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DF8B26A-0D16-489E-987F-A2F303E3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FE06B8-896F-41F4-BCFB-F702A278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D16CAA-4FCA-4E16-932E-02A1CAA5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464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0310FE7-996F-4FB7-B9CE-930254B1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13" b="0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Current price 96.80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73FE74-44C1-4B75-8876-43ACAD1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BTC/USD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4EFE4BE-6DA3-4378-ADC2-590B439A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4H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307EA4-E175-4DC5-8484-4698D0CC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Candles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8D7BE2-F6B4-4A74-A929-6456E01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Paper replay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A9C8EE-20E3-46B7-9E0F-AF276FD3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16E8F3-387B-4CB0-BFD5-7E01C46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D1550E-44D2-44D0-9F47-D09DE9DD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LIVE CHART READ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F6A117A-3F31-421A-BDF2-6EE7C5BE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Trend, location, quality, next check, and wrong-if are shown in plain English beside the chart.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DB94CC-7A52-49B7-97F0-89A8020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923837-C537-4B29-8B8F-F0E5E73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B247A44-AC98-46EC-858E-E1C1560E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DRAGGABLE LEVELS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AB6AC9-5E99-4CAD-B1AC-A669D47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Support, resistance, and invalidation can be adjusted; the feedback updates with the map.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9903E25-E506-4D88-9AF4-D61CDAC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C27EEA-45A7-4B71-956C-C8FC6D5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51820AE-A6F4-4BB5-9406-5D7FBE87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CURRENT PRICE LABEL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C4D3AD1-5A41-4F8F-995A-1A20DF5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292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The newest candle close is labeled as Current price so beginners are not decoding trader shorthand.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3EE674-E87C-40C7-9CFA-580E304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959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5D24B7-8750-4B99-866D-4BD1DE89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674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Primary actions: Load chart into plan and Save practice trade.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C92B2EF-1A84-4AE4-A142-D231693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D2AE4C-40D3-4B9F-A296-D7CFCA88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95155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FADD7-7BAA-4C04-A43B-51AA065E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1E420-D62B-4D69-BB63-70635B80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EE129-679B-4255-A2EB-141846A7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064A4-E506-4B21-AA37-B30271DC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4DDFE-5479-4282-82AE-BBCBFF57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MARKET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FB20E-4BAA-4FAA-94C2-7E3E4897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E355F-9890-401D-9802-2ADA76A1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A GROUPED MARKET LIST REMOVES THE FIRST BEGINNER GUESS.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A2AF-DD1F-4EBD-8A11-9295BDE8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user no longer needs to know which symbols are valid before they can start learning.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C5D2F-DAE6-452B-81B7-B9E13B5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7C1B8-ADD6-41B6-AAA7-DD93D89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9BDFE-647A-4562-860F-BCD38AD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3600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Crypto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92108-9678-4417-A94F-EA1F4F2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3600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BTC/USD  ETH/USD  SOL/USD  XRP/USD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18D2D-1A37-4BE3-8ABD-EB888629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AB121-C090-4405-A982-A88DDDA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C1120-F1D7-4B5B-A3ED-530143C9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ETFs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A968E-94F1-492E-AA66-6084C4FE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480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SPY  QQQ  IWM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58B57-5CBC-4B48-90DA-44F618F3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89C66-45A1-4E33-87A9-2087708E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C28CB-3E72-4EBD-A996-776D718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3600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Stocks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6BBD7-1C35-43F8-9256-253E611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3600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AAPL  MSFT  NVDA  TSLA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39FA9-9957-4C90-A97F-4755EB4F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2BCE3-8574-4C41-B615-E2A6BCE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56FCD-DBAC-470A-96A7-5F6413E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Forex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F6A14-293B-4301-8CCB-42AE0C6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624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EUR/USD  GBP/JPY  USD/JPY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904E7-A18D-4FDF-BC2C-60EDF404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E33231-64B2-4ACB-B995-B3D26773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C98D5-28F3-403A-92D1-DC3F49E7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3600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Metals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94547-1DF2-4C38-85C4-CD017C3C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3600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GOLD  SILVER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C5BE5-6BED-4246-955E-D8FD8604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2552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F22F70-8B0E-4D6C-943F-499C3E1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Market 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41436-6D9D-4FF6-8209-1B632821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BTC/USD - Bitcoin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528F8-674B-449A-9EA5-F3DA11B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A high-liquidity crypto chart for learning trend, pullbacks, and range behavior.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FB71D-EE60-487B-AF60-4A012DE8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BTC/USD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7959C-5B4A-4D9A-8F7C-6E67A446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9650"/>
            <a:ext cx="74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ETH/USD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B31F80-4812-4C04-9218-77DA5121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196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SPY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50B459-2051-466F-9FCA-B250E19B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Quick picks stay visible for speed; dropdown provides breadth.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EDF380-58EB-4968-90E8-EC98C40B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B76BEC-55CB-4CD1-B221-ED63A4A4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02041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B4DBC-1777-4F60-9587-9B7A7B53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D2BD0-5251-49A1-89FE-5FA6CC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E993A-BA86-4284-8ED5-21F3B202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FBB92-097B-4793-B801-45051CB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5469F-C710-4598-B52C-E83CE8BF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CHARTING BASICS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B1CD7-BB31-4597-B2CC-CB826B7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E67C2-FE14-4003-8D5E-2179086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THE BASICS PANEL TEACHES A REPEATABLE SCAN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A6949-C780-42FE-9EC6-3E52B697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point is not to memorize indicators. It is to ask the same clear questions until chart reading becomes less mysterious.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9D4A3-62D2-4E53-BAA4-1E39346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2F8A7-B92F-4323-B5F0-136658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5FF9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E4653-31FB-46BC-A43B-890534D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639A5-F117-4E61-93AE-8DC1D1F8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Higher highs/lows, lower highs/lows, or sideways?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C24E8-6C82-48F0-BE9B-49F7DE45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2EA9A-AC05-447D-8AE7-4FDD2E74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2A69D-82AF-48E1-B1CC-11E50B9B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Key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46B45-B693-49B7-A4AA-CF39ED07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Where did price bounce, reject, pause, or break?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2CBD2-668E-4352-BECF-23339DC7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4B0F7-5892-4BED-8E05-12EBF3C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AFE1D-43EE-4D25-AC1B-4A4BDEA3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35782-2D49-4F31-96E7-BFC64C2B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Near support, resistance, middle, or retest?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5D7C0-42E2-431B-A99F-CE1A6DD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1B03E-6AF0-4602-80DF-05BCC468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6A84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404BD-CC81-4922-B959-23408CBB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Confirmation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04795-52A2-487B-961C-436F2D11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387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must price do before the idea matters?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2D594-2DE1-4DB8-9887-04C2F86C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43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90D3A-45DD-4A9D-92B5-8D61165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6D70F-03F2-40A3-BD0E-976EAD57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Invalidation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C3907-F719-4FA7-A042-8DE7091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387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What would prove the idea wrong?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9F9FC-704B-406D-8C27-7BFC614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27D57-C602-49FC-8BA1-352BED19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48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8F7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6F8F72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A048D9-9DC8-4C25-8D5A-58FDC58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Volume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9410AE-B0DC-4840-965A-48484E06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Context only; useful question, not command.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B5739-14B9-4530-99AF-1052D60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0CDB7D-1003-4DA6-9516-EE165CF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FFF3"/>
                </a:solidFill>
                <a:latin typeface="Aptos"/>
                <a:ea typeface="Aptos"/>
                <a:cs typeface="Aptos"/>
              </a:rPr>
              <a:t>Beginner rule: if you cannot name confirmation and invalidation, the practice idea is not ready.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2ADF3C-6B66-4EBE-AFBA-DA34248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4F330F-E818-4D3B-B347-26EF2D32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05487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662F1-D941-43CF-9C1D-4E850DA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6D589-38DE-46A5-8FA4-3013A1EA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A2C38-C511-4E4B-BBAB-F2BF6110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CECD-8FF4-42DA-8115-9B1D36CF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C77A3-6A90-40C2-89E8-A801A9FE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STILL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61299-B86B-44B9-8278-12A93B37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4E8BA-2DCA-4F5E-88E1-44A6714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INDICATOR LANGUAGE NOW HAS TO TEACH BEFORE IT EVALUATES.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FBF45-EB5F-40DB-A09D-8C6D9B65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Still Learning mode should not throw RSI, MACD, moving averages, or volume at the user as unexplained expert vocabulary.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746F7-1DD3-4353-B6AA-CE39CE4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0889F-7D7B-4DA6-9A26-C1BAD1FF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What it measures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3C3F3-A330-499B-985C-01D18538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527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What data the indicator uses and what the reading is trying to summarize.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CA81A-7D71-4832-B303-6A3E69B7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56C97-3D14-4B72-A7E8-BB17482A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How to read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6E983-ED7B-4A01-B379-AAE96EC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052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What high, low, rising, or falling readings usually suggest.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E9DBE-925F-4B53-93D0-A9358D5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4ECB7-E516-4A60-9760-94D6884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What it cannot 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88BA5-549D-42C5-AE68-B8FDFCE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576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No indicator confirms a trade by itself.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9C4DA-EBA0-4069-81F4-06A4A30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D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422E0-F380-40FB-B463-0ED7834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False signal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251CD-FB84-4841-99D5-7F6047DA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Where the tool commonly misleads beginners.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1FF90-08DE-41D4-833A-282AD04D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8FB33-52DC-493F-818D-E20615D6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Confirm / invalidate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89972-B4A6-4447-B6AE-3C14822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625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What price must do next to make the context useful or wrong.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C20A0-7F2B-4B1C-BD0D-A4CB19C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10FC1-8D08-4B59-86CB-F21308B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6CD73-0D55-4D20-A458-9BCFEE1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GOOD LANGUAGE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D4DDA-4CC8-43FE-8AA8-44105F2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3695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RSI is momentum context. A low reading can mean price moved down quickly, but it does not automatically mean price must bounce.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AF2D6-A0AC-4A98-9304-D23E2D06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64FEE-63FE-4968-963C-72B1176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FF23A-027C-4697-8D7A-B21C9E0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444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F4444"/>
                </a:solidFill>
                <a:latin typeface="Aptos Mono"/>
                <a:ea typeface="Aptos Mono"/>
                <a:cs typeface="Aptos Mono"/>
              </a:rPr>
              <a:t>BAD LANGUAGE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ADBB64-048A-46EA-99AC-1395131E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3695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RSI is oversold, so buy.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0543E-5C73-4C5A-8DDC-4B107F62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19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Every indicator becomes a lesson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2C9E6-2073-44C5-92BE-ECF67C9E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578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The UI should teach what the tool can and cannot say, then reconnect it to trend, support, resistance, confirmation, and invalidation.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1998AF-041C-4789-AFB1-5FEB810A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5D780-A7B4-49DD-83E2-AC664DCC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54861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D734F-8F2C-49C9-AA80-B79795F6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4EF8-7F25-49DC-9A03-2ED00A7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EC372-683E-40C0-ABC2-1E849B01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0A10D-47F0-4B58-A327-E23EFF5D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E37A4-5D6F-4DB1-A730-30202C6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PRACTICE TRADE SAVE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985D1-69BD-460E-83F9-810A60AE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C6CEF-A5CC-4A44-9A53-71AC82C2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SAVED PRACTICE TRADES ARE THE FIRST REAL PREMIUM FOUNDATION.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9E974-22C1-4B17-8466-36668C6A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V1 saves in the browser. The same object can later become paid cloud history, cross-device review, and setup analytics.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8317E-E7B3-4C91-82B8-012CA68C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952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27227-A6B3-4D5D-850D-E3BD348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38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7859E-CD43-4A6D-AA41-F427BD05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LOCAL V1 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E2511-EBC6-4D53-95FC-173ABED7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pair, timeframe, style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current price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support, resistance, invalidation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plain-English chart read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status: watching, paper-entered, reviewed, skipped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B86B2-6189-4FB6-98AB-B24C2BD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1955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F015D-DCD0-45D8-A198-8A27475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814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E19D9-2AF2-41F3-A030-B279558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95600"/>
            <a:ext cx="2952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D66A3-BF6B-4091-A681-B699BC5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95600"/>
            <a:ext cx="38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BAB62-10B9-4B39-939A-FA55C37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PAID CLOUD 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DA3ED-EA6C-4349-AA2A-286D03E4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14700"/>
            <a:ext cx="26479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durable trade journal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chart snapshots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filters by setup and market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cross-device sync</a:t>
            </a:r>
          </a:p>
          <a:p xmlns:a="http://schemas.openxmlformats.org/drawingml/2006/main">
            <a:pPr algn="l">
              <a:defRPr sz="1050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outcome review over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2AA53-CEE3-4A2A-A7D2-9A720A63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12B73-A19E-4C28-8528-A27C3F05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814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2AB16-BAD1-4A1C-A3A3-A555DA06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190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BEF2A-EBB9-445C-AD57-008C4EE1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38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267EA-BC4A-46D4-831C-CB1FE135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LEARNING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A01BB-576B-4717-8488-06E320B1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14700"/>
            <a:ext cx="1885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The user can compare intention vs. outcome without rewriting the original map.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CCE1E-4D5B-4465-B903-4CF5A90A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007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C46A2B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Paid gate should be feature-based: save_trade_journal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9200E-0300-4A08-8485-FE229EA8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D4738-8112-45E3-B770-C3B0CE02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29865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321FD-42F7-443A-9B2B-1DB0C409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48363-8B6A-47B0-9452-33FCFD57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9226B-8CA8-49CD-9BD6-F0671BD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3510E-B74A-4624-ABB7-DA9F3FB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071D9-2877-4237-9A5F-5188710C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PRO EDUCATION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9637C-E042-4524-A695-6002AF0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DA52E-3DD4-4DB6-B3F7-ECD329E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THE RESEARCH DIRECTION IS SIMPLE: TEACH STRUCTURE, THEN REPETITION.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2B804-EA26-4F30-BDBE-16B884CE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Professional trading education usually moves from market basics to setups, risk, paper reps, and journaling. Planifier mirrors that 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BDCD3-A6D0-4785-804C-5176E81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BC564-F880-47DB-AA9A-3795BC3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EDD59-C81E-441F-B99C-C29098F0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D6603-BDF8-43DC-9F45-DB1D80C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Basics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CAE59-088A-44F1-B5B0-7568935F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candles, trend, levels, timeframe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6FC1C-4D65-482F-9ED8-39FA041C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E0A16-2E0B-4FB7-B09C-E4A2618B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41247-8B8A-4ABE-A12E-82FB8E05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48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3C802-B3CA-45BF-86DB-46E5C93E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481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Setups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CC79E-E445-4932-B3EA-6A432253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continuation, retest, range, failed move, stand aside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41A46-4278-47BE-B3C2-6A2385F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7253A-9A27-4A0A-B32D-698CBCB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224A6-D8CB-4F70-A09B-55C24C7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48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C3DE8-637A-4DB5-851C-60FD6C82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481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CB59D-CAA3-4FC6-9911-E6513DF9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52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fixed 1%, invalidation, no moving the 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40EA3-FF22-4688-ADF1-71F6FA0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E25F8-ED23-4276-9D84-FEC6710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1AC5F-DB6D-4C97-8B3E-F38B0DB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2E76A-385B-4909-B741-4E43BE51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481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Practice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7709D-E4F1-42A7-810D-C92CBB85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paper replay and saved practice trades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E5B50-65FC-4130-8D26-6795158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86BF8-222F-44E3-A720-2DBA4873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BA01F6-9A1E-4441-92B0-B5D6ECA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46A2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05ED72-F258-4FD3-BF9D-2A1A44D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481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E8812-8C19-4CA1-8261-E16DB3A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journal what happened and whether rules were followed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A1580-1C28-4EEA-9561-42D40118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6F47F-AE6F-4D3F-874B-8917790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12DF41-8136-4F1A-A0F3-0827B87C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530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6A84F"/>
                </a:solidFill>
                <a:latin typeface="Aptos Mono"/>
                <a:ea typeface="Aptos Mono"/>
                <a:cs typeface="Aptos Mono"/>
              </a:rPr>
              <a:t>HISTORICAL EXAMPLES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02D24-C37F-4DFD-8D8E-94A98E0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38800"/>
            <a:ext cx="3695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Bottom-of-page examples help users practice multiple paths instead of treating one scenario as destiny.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F0E93-22CB-4DFC-8375-369F7ED7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3E144A-177F-42B7-AB30-84475285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2B445F-4A1B-422C-9E34-C82B32C8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DAILY WORKSHEET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632BE1-A0C3-4900-B24A-36296CD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38800"/>
            <a:ext cx="3695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The deck, docs, and UI point toward a repeatable practice worksheet: scan, plan, save, review.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5D4206-B8D9-47DB-A42C-AE968E0F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8FCFB1-E387-4A92-A026-13D071BD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68388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DB25F-70FB-41F1-B910-A6A908A3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D6F6A-EF07-49C1-B3B6-0BD85DD3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5DA0-ED52-49BE-9F59-03F39EAD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92ABC-2F76-4526-AD49-B23FC7EB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F4A05-C401-44A7-9831-8036BCED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81462-9AF8-45C6-A45C-72B7D132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76143-8243-4230-BC9E-CD610391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THE NEXT SLICES SHOULD DEEPEN THE CHARTING TOOL WITHOUT LOSING BEGINNER CLARITY.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4DC1C-0AEF-421F-8D43-7ABF374E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product is not done. The next work should turn the chart from a practice surface into a guided learning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A6827-496E-4B9A-B5C8-3DF0A89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8210D-8604-4958-B62C-5FEC2EFD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8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8BD51-73F6-42B3-9D6A-8C0C997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1D34F-A457-40D1-9393-4D70C24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2552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Direct chart handles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chart coach labels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indicator explainer cards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clearer historical examples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trade status polish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BA77E-03E6-410C-ACCA-55021D6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718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6A389-DAE6-4FA3-B1D5-E4A3EDF4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71800"/>
            <a:ext cx="38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54CBD-EFBC-4EAF-8F80-AEDC5E60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THEN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94496-F10F-46A0-802C-FEA4F2D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2552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cloud-saved practice trades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paid entitlement gate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filters by setup, pair, and outcome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plan status: watching, active, invalidated, 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A0018-56B8-4129-84F8-EB859CB2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10131-BC13-4A62-98D4-DD9509E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2D54A-DE87-4DC8-9568-593C15D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LATER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9E7C6-FEFF-4906-8E0D-1FBF4CE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25527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live OHLC mode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annotation overlays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practice drills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learning progress by concept</a:t>
            </a:r>
          </a:p>
          <a:p xmlns:a="http://schemas.openxmlformats.org/drawingml/2006/main">
            <a:pPr algn="l">
              <a:defRPr sz="112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exportable review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DAF5D-883B-4581-B88D-FAE6DC9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57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35FF9A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Principle: make the user more capable, not more dependent.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27B81-E76E-4FCA-918A-D60BF35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A50F5-A25D-4974-B9AC-F16BFF7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75261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F2C3A-33FE-4811-A32B-D4D8B97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D23D-2A1E-434F-A49B-0179E812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EE4E3-8E3E-4ACF-87AE-4B3DD942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F3C63-F12B-40B7-9E80-895AF0E0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9BAAA1"/>
                </a:solidFill>
                <a:latin typeface="Aptos Mono"/>
                <a:ea typeface="Aptos Mono"/>
                <a:cs typeface="Aptos Mono"/>
              </a:rPr>
              <a:t>PLANIFIER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EE4FF-A2FA-4305-92CE-1D95D89C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CURRENT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45F77-5788-4196-BBA6-8855989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151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EDFDF-7923-49FE-B33D-B0B7ADF9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THE LOCAL BUILD IS VALIDATED, BUT IT IS NOT DEPLOYED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69A91-B493-40D0-B60D-A5550AEB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The live Vercel site will not reflect this product shape until the local commits are pushed and Vercel redeploys.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27703-2F6C-45AA-BF80-14054249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E8FD0-4D95-4C71-9C5C-9DFDBFF4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B3426-9580-4B2B-97D2-6504D20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TYPECHECK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8E78B-E795-4476-A626-F9F58BA1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npm.cmd run typecheck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3B639-F73E-4F6C-8ED4-13DFDB3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13201-A04D-4CC4-A40A-A4FCB94E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A0995-3CC5-4C85-B2B0-9CE555DB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EB3F-47D5-4776-90B0-9310A08E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18 files passing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3769C-897D-4114-B25C-BC005D00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BC66C-849C-4EE0-BD24-3F965B1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F8119-DCFE-47C8-912D-3A107AFF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FF9A"/>
                </a:solidFill>
                <a:latin typeface="Aptos Mono"/>
                <a:ea typeface="Aptos Mono"/>
                <a:cs typeface="Aptos Mono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12F35-CCC6-4259-8037-E6AF760A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Next.js production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40C19-3C20-4808-82C4-13E15241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56D00-D991-47AD-A2EF-4192AED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FFF3"/>
                </a:solidFill>
                <a:latin typeface="Aptos Display"/>
                <a:ea typeface="Aptos Display"/>
                <a:cs typeface="Aptos Display"/>
              </a:rPr>
              <a:t>3002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1A483-6B77-419B-B794-19879F0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PREVIEW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254D8-284C-4E2A-B5CC-B871F4F2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http://localhost:3002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4210F-1B81-4D6D-8E05-E4D1BF22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2FDC4-0155-4F9B-A660-BE251610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11E55-0993-4A66-B56D-B922E7B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417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6A2B"/>
                </a:solidFill>
                <a:latin typeface="Aptos Mono"/>
                <a:ea typeface="Aptos Mono"/>
                <a:cs typeface="Aptos Mono"/>
              </a:rPr>
              <a:t>REPO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1AE9B-0DFE-41A6-A4FC-B194C7E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417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Branch main. Worktree is dirty with local Planifier changes. Changes are not committed or pushed in this latest slice.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59DB8-9A4A-4C66-A41B-BC697A94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174D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BFA21-5EB5-4F50-883D-2C957AA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E713E-6F6B-41E3-9FC8-1C24A996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72050"/>
            <a:ext cx="417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CA6A35-CC31-4E5E-B563-697827B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57800"/>
            <a:ext cx="417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7FFF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7FFF3"/>
                </a:solidFill>
                <a:latin typeface="Aptos"/>
                <a:ea typeface="Aptos"/>
                <a:cs typeface="Aptos"/>
              </a:rPr>
              <a:t>Other repos touched: none. Planifier remains educational and context-only, with no live authority.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A8517-2CE0-47ED-B283-9DB4349B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62650"/>
            <a:ext cx="704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9525">
            <a:solidFill>
              <a:srgbClr val="6F8F72"/>
            </a:solidFill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E7FFF3"/>
                </a:solidFill>
                <a:latin typeface="Aptos Mono"/>
                <a:ea typeface="Aptos Mono"/>
                <a:cs typeface="Aptos Mono"/>
              </a:rPr>
              <a:t>Best next action after review: commit and push when the product slice feels right.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92AC3C-9BB1-4FCF-B1C6-82DAF5DB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723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BAAA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BAAA1"/>
                </a:solidFill>
                <a:latin typeface="Aptos"/>
                <a:ea typeface="Aptos"/>
                <a:cs typeface="Aptos"/>
              </a:rPr>
              <a:t>Educational paper-planning only. Current local build, not a live trading system.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B0A83-F24B-4371-8FF8-4C007BA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F8F7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034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2026-06-05T02:36:47.3070000Z</dcterms:created>
  <dcterms:modified xsi:type="dcterms:W3CDTF">2026-06-05T02:36:47.3070000Z</dcterms:modified>
</coreProperties>
</file>